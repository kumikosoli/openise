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351" r:id="rId3"/>
    <p:sldId id="473" r:id="rId4"/>
    <p:sldId id="474" r:id="rId5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军波 王" userId="abc43a65-caf0-4467-916d-72d11a280d59" providerId="ADAL" clId="{54ABC0FA-F9F0-3949-BCC1-8BDE8BA6C087}"/>
    <pc:docChg chg="delSld modSld">
      <pc:chgData name="军波 王" userId="abc43a65-caf0-4467-916d-72d11a280d59" providerId="ADAL" clId="{54ABC0FA-F9F0-3949-BCC1-8BDE8BA6C087}" dt="2022-11-10T06:23:29.947" v="20" actId="14100"/>
      <pc:docMkLst>
        <pc:docMk/>
      </pc:docMkLst>
      <pc:sldChg chg="modSp mod">
        <pc:chgData name="军波 王" userId="abc43a65-caf0-4467-916d-72d11a280d59" providerId="ADAL" clId="{54ABC0FA-F9F0-3949-BCC1-8BDE8BA6C087}" dt="2022-11-08T14:12:16.387" v="5" actId="20577"/>
        <pc:sldMkLst>
          <pc:docMk/>
          <pc:sldMk cId="1380900360" sldId="256"/>
        </pc:sldMkLst>
        <pc:spChg chg="mod">
          <ac:chgData name="军波 王" userId="abc43a65-caf0-4467-916d-72d11a280d59" providerId="ADAL" clId="{54ABC0FA-F9F0-3949-BCC1-8BDE8BA6C087}" dt="2022-11-08T14:12:09.080" v="0" actId="20577"/>
          <ac:spMkLst>
            <pc:docMk/>
            <pc:sldMk cId="1380900360" sldId="256"/>
            <ac:spMk id="2" creationId="{34EA6B29-3A7B-435A-A98B-E78AB0208403}"/>
          </ac:spMkLst>
        </pc:spChg>
        <pc:spChg chg="mod">
          <ac:chgData name="军波 王" userId="abc43a65-caf0-4467-916d-72d11a280d59" providerId="ADAL" clId="{54ABC0FA-F9F0-3949-BCC1-8BDE8BA6C087}" dt="2022-11-08T14:12:16.387" v="5" actId="20577"/>
          <ac:spMkLst>
            <pc:docMk/>
            <pc:sldMk cId="1380900360" sldId="256"/>
            <ac:spMk id="3" creationId="{341F7266-730B-436C-BAE6-E85292E46CA1}"/>
          </ac:spMkLst>
        </pc:spChg>
      </pc:sldChg>
      <pc:sldChg chg="del">
        <pc:chgData name="军波 王" userId="abc43a65-caf0-4467-916d-72d11a280d59" providerId="ADAL" clId="{54ABC0FA-F9F0-3949-BCC1-8BDE8BA6C087}" dt="2022-11-08T14:13:18.356" v="19" actId="2696"/>
        <pc:sldMkLst>
          <pc:docMk/>
          <pc:sldMk cId="1456049702" sldId="471"/>
        </pc:sldMkLst>
      </pc:sldChg>
      <pc:sldChg chg="modSp mod">
        <pc:chgData name="军波 王" userId="abc43a65-caf0-4467-916d-72d11a280d59" providerId="ADAL" clId="{54ABC0FA-F9F0-3949-BCC1-8BDE8BA6C087}" dt="2022-11-10T06:23:29.947" v="20" actId="14100"/>
        <pc:sldMkLst>
          <pc:docMk/>
          <pc:sldMk cId="4178873636" sldId="473"/>
        </pc:sldMkLst>
        <pc:spChg chg="mod">
          <ac:chgData name="军波 王" userId="abc43a65-caf0-4467-916d-72d11a280d59" providerId="ADAL" clId="{54ABC0FA-F9F0-3949-BCC1-8BDE8BA6C087}" dt="2022-11-10T06:23:29.947" v="20" actId="14100"/>
          <ac:spMkLst>
            <pc:docMk/>
            <pc:sldMk cId="4178873636" sldId="473"/>
            <ac:spMk id="2" creationId="{4C840259-90E3-45C9-B4AB-B7FA7715981E}"/>
          </ac:spMkLst>
        </pc:spChg>
      </pc:sldChg>
      <pc:sldChg chg="modSp mod">
        <pc:chgData name="军波 王" userId="abc43a65-caf0-4467-916d-72d11a280d59" providerId="ADAL" clId="{54ABC0FA-F9F0-3949-BCC1-8BDE8BA6C087}" dt="2022-11-08T14:13:15.367" v="18" actId="20577"/>
        <pc:sldMkLst>
          <pc:docMk/>
          <pc:sldMk cId="1396169890" sldId="474"/>
        </pc:sldMkLst>
        <pc:spChg chg="mod">
          <ac:chgData name="军波 王" userId="abc43a65-caf0-4467-916d-72d11a280d59" providerId="ADAL" clId="{54ABC0FA-F9F0-3949-BCC1-8BDE8BA6C087}" dt="2022-11-08T14:13:15.367" v="18" actId="20577"/>
          <ac:spMkLst>
            <pc:docMk/>
            <pc:sldMk cId="1396169890" sldId="474"/>
            <ac:spMk id="2" creationId="{6211B83B-9F53-420D-9836-C91564DD2757}"/>
          </ac:spMkLst>
        </pc:spChg>
      </pc:sldChg>
    </pc:docChg>
  </pc:docChgLst>
  <pc:docChgLst>
    <pc:chgData name="王军波" userId="abc43a65-caf0-4467-916d-72d11a280d59" providerId="ADAL" clId="{ECE3AB73-D5B8-8340-AF9D-3823ED0F64CE}"/>
    <pc:docChg chg="modSld">
      <pc:chgData name="王军波" userId="abc43a65-caf0-4467-916d-72d11a280d59" providerId="ADAL" clId="{ECE3AB73-D5B8-8340-AF9D-3823ED0F64CE}" dt="2023-11-07T08:27:15.204" v="2" actId="20577"/>
      <pc:docMkLst>
        <pc:docMk/>
      </pc:docMkLst>
      <pc:sldChg chg="modSp mod">
        <pc:chgData name="王军波" userId="abc43a65-caf0-4467-916d-72d11a280d59" providerId="ADAL" clId="{ECE3AB73-D5B8-8340-AF9D-3823ED0F64CE}" dt="2023-11-07T08:27:15.204" v="2" actId="20577"/>
        <pc:sldMkLst>
          <pc:docMk/>
          <pc:sldMk cId="1380900360" sldId="256"/>
        </pc:sldMkLst>
        <pc:spChg chg="mod">
          <ac:chgData name="王军波" userId="abc43a65-caf0-4467-916d-72d11a280d59" providerId="ADAL" clId="{ECE3AB73-D5B8-8340-AF9D-3823ED0F64CE}" dt="2023-11-07T08:27:11.906" v="1" actId="20577"/>
          <ac:spMkLst>
            <pc:docMk/>
            <pc:sldMk cId="1380900360" sldId="256"/>
            <ac:spMk id="2" creationId="{34EA6B29-3A7B-435A-A98B-E78AB0208403}"/>
          </ac:spMkLst>
        </pc:spChg>
        <pc:spChg chg="mod">
          <ac:chgData name="王军波" userId="abc43a65-caf0-4467-916d-72d11a280d59" providerId="ADAL" clId="{ECE3AB73-D5B8-8340-AF9D-3823ED0F64CE}" dt="2023-11-07T08:27:15.204" v="2" actId="20577"/>
          <ac:spMkLst>
            <pc:docMk/>
            <pc:sldMk cId="1380900360" sldId="256"/>
            <ac:spMk id="3" creationId="{341F7266-730B-436C-BAE6-E85292E46CA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5A44A-8ADB-44ED-A165-B88FD7B40894}" type="datetimeFigureOut">
              <a:rPr lang="x-none" altLang="en-US" smtClean="0"/>
              <a:t>2023/11/7</a:t>
            </a:fld>
            <a:endParaRPr lang="x-none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x-none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3DE4F9-9845-4C18-A22C-A8317E01EC94}" type="slidenum">
              <a:rPr lang="x-none" altLang="en-US" smtClean="0"/>
              <a:t>‹#›</a:t>
            </a:fld>
            <a:endParaRPr lang="x-none" altLang="en-US"/>
          </a:p>
        </p:txBody>
      </p:sp>
    </p:spTree>
    <p:extLst>
      <p:ext uri="{BB962C8B-B14F-4D97-AF65-F5344CB8AC3E}">
        <p14:creationId xmlns:p14="http://schemas.microsoft.com/office/powerpoint/2010/main" val="2719632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2B4FFE-9F69-40C0-9459-C185974A9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x-none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9E21B69-B1B5-4F8E-B060-98C2A4DF37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x-none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5F2361-00B1-4980-BE88-541642EC1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290C-D43C-46B0-A62A-3EF8A603F56D}" type="datetimeFigureOut">
              <a:rPr lang="x-none" altLang="en-US" smtClean="0"/>
              <a:t>2023/11/7</a:t>
            </a:fld>
            <a:endParaRPr lang="x-none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A56D25-6F74-449B-B8E9-7C23A12C5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B95806-7AA6-4809-AAEE-C0C32310F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6113-163D-465D-972D-5F041E442473}" type="slidenum">
              <a:rPr lang="x-none" altLang="en-US" smtClean="0"/>
              <a:t>‹#›</a:t>
            </a:fld>
            <a:endParaRPr lang="x-none" altLang="en-US"/>
          </a:p>
        </p:txBody>
      </p:sp>
    </p:spTree>
    <p:extLst>
      <p:ext uri="{BB962C8B-B14F-4D97-AF65-F5344CB8AC3E}">
        <p14:creationId xmlns:p14="http://schemas.microsoft.com/office/powerpoint/2010/main" val="1989682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F39193-34F8-4064-A8A3-CFC74F8A2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x-none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DBAEB5-43DC-44AF-AAB0-1330D150F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x-none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534F7A-50F3-48FF-B4FD-98048F73D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290C-D43C-46B0-A62A-3EF8A603F56D}" type="datetimeFigureOut">
              <a:rPr lang="x-none" altLang="en-US" smtClean="0"/>
              <a:t>2023/11/7</a:t>
            </a:fld>
            <a:endParaRPr lang="x-none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811DA3-CBE2-40BD-A810-C1E1CF4D4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CB0450-DC8D-4564-8E56-62871BDAB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6113-163D-465D-972D-5F041E442473}" type="slidenum">
              <a:rPr lang="x-none" altLang="en-US" smtClean="0"/>
              <a:t>‹#›</a:t>
            </a:fld>
            <a:endParaRPr lang="x-none" altLang="en-US"/>
          </a:p>
        </p:txBody>
      </p:sp>
    </p:spTree>
    <p:extLst>
      <p:ext uri="{BB962C8B-B14F-4D97-AF65-F5344CB8AC3E}">
        <p14:creationId xmlns:p14="http://schemas.microsoft.com/office/powerpoint/2010/main" val="2159869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972F42-A757-4010-B3FD-1C9A98750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x-none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C1FABC-253D-4EA8-87A3-85116786D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04255A-6744-4AA5-9953-2A7522F31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290C-D43C-46B0-A62A-3EF8A603F56D}" type="datetimeFigureOut">
              <a:rPr lang="x-none" altLang="en-US" smtClean="0"/>
              <a:t>2023/11/7</a:t>
            </a:fld>
            <a:endParaRPr lang="x-none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67C7AE-28DA-4150-B55E-4393203B7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E668E9-F0A1-44B6-872C-3523D368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6113-163D-465D-972D-5F041E442473}" type="slidenum">
              <a:rPr lang="x-none" altLang="en-US" smtClean="0"/>
              <a:t>‹#›</a:t>
            </a:fld>
            <a:endParaRPr lang="x-none" altLang="en-US"/>
          </a:p>
        </p:txBody>
      </p:sp>
    </p:spTree>
    <p:extLst>
      <p:ext uri="{BB962C8B-B14F-4D97-AF65-F5344CB8AC3E}">
        <p14:creationId xmlns:p14="http://schemas.microsoft.com/office/powerpoint/2010/main" val="2090672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0D82B0-6B55-4DF4-ABF4-0754D9E4B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x-none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CF0998-A5ED-4C0B-885C-2842D870BA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x-none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B144B1-1D29-423A-A1D4-3CDB9FCAE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x-none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2D41E6-2B3E-4CE4-9264-840D5A9F5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290C-D43C-46B0-A62A-3EF8A603F56D}" type="datetimeFigureOut">
              <a:rPr lang="x-none" altLang="en-US" smtClean="0"/>
              <a:t>2023/11/7</a:t>
            </a:fld>
            <a:endParaRPr lang="x-none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BEDAF0-DA9A-40A2-BA11-F6F691689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8669CF-7840-4E63-85EA-61C269A78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6113-163D-465D-972D-5F041E442473}" type="slidenum">
              <a:rPr lang="x-none" altLang="en-US" smtClean="0"/>
              <a:t>‹#›</a:t>
            </a:fld>
            <a:endParaRPr lang="x-none" altLang="en-US"/>
          </a:p>
        </p:txBody>
      </p:sp>
    </p:spTree>
    <p:extLst>
      <p:ext uri="{BB962C8B-B14F-4D97-AF65-F5344CB8AC3E}">
        <p14:creationId xmlns:p14="http://schemas.microsoft.com/office/powerpoint/2010/main" val="2252526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418088-96B9-447B-9FA6-C6EC331F9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x-none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04DB03-2EC1-4A9A-B4EF-53484DDAE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E343F75-FEC1-4471-ADAE-29951F48E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x-none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2742B00-CA49-408C-8010-42843694D9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8010219-935F-4DD6-B689-C6633E73AE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x-none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089160E-C302-4623-A7A2-0569AA69E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290C-D43C-46B0-A62A-3EF8A603F56D}" type="datetimeFigureOut">
              <a:rPr lang="x-none" altLang="en-US" smtClean="0"/>
              <a:t>2023/11/7</a:t>
            </a:fld>
            <a:endParaRPr lang="x-none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B9E40DC-CAB6-4F18-840E-6EA60DDAA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A124946-5297-4549-998F-53B21322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6113-163D-465D-972D-5F041E442473}" type="slidenum">
              <a:rPr lang="x-none" altLang="en-US" smtClean="0"/>
              <a:t>‹#›</a:t>
            </a:fld>
            <a:endParaRPr lang="x-none" altLang="en-US"/>
          </a:p>
        </p:txBody>
      </p:sp>
    </p:spTree>
    <p:extLst>
      <p:ext uri="{BB962C8B-B14F-4D97-AF65-F5344CB8AC3E}">
        <p14:creationId xmlns:p14="http://schemas.microsoft.com/office/powerpoint/2010/main" val="3836271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F0E821-C7BE-45C6-B14A-94FC66CD3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x-none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695F81B-9030-4B81-8CB1-54A04D464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290C-D43C-46B0-A62A-3EF8A603F56D}" type="datetimeFigureOut">
              <a:rPr lang="x-none" altLang="en-US" smtClean="0"/>
              <a:t>2023/11/7</a:t>
            </a:fld>
            <a:endParaRPr lang="x-none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1F156E0-E560-48C0-BDB2-E12F7E2C4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685A196-E759-4ABF-8481-2B581B56B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6113-163D-465D-972D-5F041E442473}" type="slidenum">
              <a:rPr lang="x-none" altLang="en-US" smtClean="0"/>
              <a:t>‹#›</a:t>
            </a:fld>
            <a:endParaRPr lang="x-none" altLang="en-US"/>
          </a:p>
        </p:txBody>
      </p:sp>
    </p:spTree>
    <p:extLst>
      <p:ext uri="{BB962C8B-B14F-4D97-AF65-F5344CB8AC3E}">
        <p14:creationId xmlns:p14="http://schemas.microsoft.com/office/powerpoint/2010/main" val="1334505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094E2C9-51EC-4313-9CE6-ABCB1D45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290C-D43C-46B0-A62A-3EF8A603F56D}" type="datetimeFigureOut">
              <a:rPr lang="x-none" altLang="en-US" smtClean="0"/>
              <a:t>2023/11/7</a:t>
            </a:fld>
            <a:endParaRPr lang="x-none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EB2FF15-518D-467E-86A9-7E0EC191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E02977-62D0-4584-A220-5C75F64DD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6113-163D-465D-972D-5F041E442473}" type="slidenum">
              <a:rPr lang="x-none" altLang="en-US" smtClean="0"/>
              <a:t>‹#›</a:t>
            </a:fld>
            <a:endParaRPr lang="x-none" altLang="en-US"/>
          </a:p>
        </p:txBody>
      </p:sp>
    </p:spTree>
    <p:extLst>
      <p:ext uri="{BB962C8B-B14F-4D97-AF65-F5344CB8AC3E}">
        <p14:creationId xmlns:p14="http://schemas.microsoft.com/office/powerpoint/2010/main" val="2464978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362513-D6CF-4BCE-9EAF-987286C54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x-none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3EB10D-D7B5-4AF8-B180-75C29AF6F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x-none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9AD1F7-15AA-457D-8037-C006A48CB9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41A031-9A59-4C91-9DE3-D06A3EE5D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290C-D43C-46B0-A62A-3EF8A603F56D}" type="datetimeFigureOut">
              <a:rPr lang="x-none" altLang="en-US" smtClean="0"/>
              <a:t>2023/11/7</a:t>
            </a:fld>
            <a:endParaRPr lang="x-none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D85477-135B-4F84-A112-511444C7D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A5B6FC-CFE3-4EFA-93FE-636ECA4EE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6113-163D-465D-972D-5F041E442473}" type="slidenum">
              <a:rPr lang="x-none" altLang="en-US" smtClean="0"/>
              <a:t>‹#›</a:t>
            </a:fld>
            <a:endParaRPr lang="x-none" altLang="en-US"/>
          </a:p>
        </p:txBody>
      </p:sp>
    </p:spTree>
    <p:extLst>
      <p:ext uri="{BB962C8B-B14F-4D97-AF65-F5344CB8AC3E}">
        <p14:creationId xmlns:p14="http://schemas.microsoft.com/office/powerpoint/2010/main" val="1571707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891024-1D6C-4F67-A245-AEDFBFD29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x-none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65516D5-77C6-4044-903C-B3FF223F0C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3550990-DA89-402A-9FA8-40074A3AEF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E86806-5677-4862-9A6C-6A0AAB933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290C-D43C-46B0-A62A-3EF8A603F56D}" type="datetimeFigureOut">
              <a:rPr lang="x-none" altLang="en-US" smtClean="0"/>
              <a:t>2023/11/7</a:t>
            </a:fld>
            <a:endParaRPr lang="x-none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4763F1-B2E3-4142-9E62-891B678C1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C633DD-127D-482A-9C35-46ACFC8A9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6113-163D-465D-972D-5F041E442473}" type="slidenum">
              <a:rPr lang="x-none" altLang="en-US" smtClean="0"/>
              <a:t>‹#›</a:t>
            </a:fld>
            <a:endParaRPr lang="x-none" altLang="en-US"/>
          </a:p>
        </p:txBody>
      </p:sp>
    </p:spTree>
    <p:extLst>
      <p:ext uri="{BB962C8B-B14F-4D97-AF65-F5344CB8AC3E}">
        <p14:creationId xmlns:p14="http://schemas.microsoft.com/office/powerpoint/2010/main" val="4082304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FC90E7-93E1-4BD3-8C3C-C0C891FC3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x-none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696118-A917-4BFF-8848-31DAA920F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x-none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D0BD2D-D506-41D4-8176-4E5418B5B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290C-D43C-46B0-A62A-3EF8A603F56D}" type="datetimeFigureOut">
              <a:rPr lang="x-none" altLang="en-US" smtClean="0"/>
              <a:t>2023/11/7</a:t>
            </a:fld>
            <a:endParaRPr lang="x-none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60FA1D-74DA-48F9-AE12-FE98813F0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3A0EF-B81B-4B48-A612-CD6CB1056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6113-163D-465D-972D-5F041E442473}" type="slidenum">
              <a:rPr lang="x-none" altLang="en-US" smtClean="0"/>
              <a:t>‹#›</a:t>
            </a:fld>
            <a:endParaRPr lang="x-none" altLang="en-US"/>
          </a:p>
        </p:txBody>
      </p:sp>
    </p:spTree>
    <p:extLst>
      <p:ext uri="{BB962C8B-B14F-4D97-AF65-F5344CB8AC3E}">
        <p14:creationId xmlns:p14="http://schemas.microsoft.com/office/powerpoint/2010/main" val="626646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48AF8DA-206C-4F03-B99A-68CEF9180A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x-none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D7F5F9-A146-40AF-9809-5667ADC53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x-none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248231-AB95-4556-B3B7-8A9FF32FD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290C-D43C-46B0-A62A-3EF8A603F56D}" type="datetimeFigureOut">
              <a:rPr lang="x-none" altLang="en-US" smtClean="0"/>
              <a:t>2023/11/7</a:t>
            </a:fld>
            <a:endParaRPr lang="x-none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0465FA-7D10-4263-A4A7-CCE1FCF7A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446E5D-EFD5-47E8-B260-66B83FA52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6113-163D-465D-972D-5F041E442473}" type="slidenum">
              <a:rPr lang="x-none" altLang="en-US" smtClean="0"/>
              <a:t>‹#›</a:t>
            </a:fld>
            <a:endParaRPr lang="x-none" altLang="en-US"/>
          </a:p>
        </p:txBody>
      </p:sp>
    </p:spTree>
    <p:extLst>
      <p:ext uri="{BB962C8B-B14F-4D97-AF65-F5344CB8AC3E}">
        <p14:creationId xmlns:p14="http://schemas.microsoft.com/office/powerpoint/2010/main" val="2602457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BB0B6BB-DFBE-498E-A955-C9712A27F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x-none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967C98-D62F-4EDD-9A6D-7BECCDB6C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x-none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D3DB60-33E0-4856-B410-3B2A9FB5A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0290C-D43C-46B0-A62A-3EF8A603F56D}" type="datetimeFigureOut">
              <a:rPr lang="x-none" altLang="en-US" smtClean="0"/>
              <a:t>2023/11/7</a:t>
            </a:fld>
            <a:endParaRPr lang="x-none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501674-5CC8-45C2-952E-B3D0364E25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74FE40-EB95-4974-99B7-8FD30132EF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156113-163D-465D-972D-5F041E442473}" type="slidenum">
              <a:rPr lang="x-none" altLang="en-US" smtClean="0"/>
              <a:t>‹#›</a:t>
            </a:fld>
            <a:endParaRPr lang="x-none" altLang="en-US"/>
          </a:p>
        </p:txBody>
      </p:sp>
    </p:spTree>
    <p:extLst>
      <p:ext uri="{BB962C8B-B14F-4D97-AF65-F5344CB8AC3E}">
        <p14:creationId xmlns:p14="http://schemas.microsoft.com/office/powerpoint/2010/main" val="3811122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EA6B29-3A7B-435A-A98B-E78AB02084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实验课</a:t>
            </a:r>
            <a:r>
              <a:rPr lang="en-US" altLang="zh-CN" dirty="0"/>
              <a:t>10</a:t>
            </a:r>
            <a:r>
              <a:rPr lang="zh-CN" altLang="en-US" dirty="0"/>
              <a:t>：动态规划</a:t>
            </a:r>
            <a:r>
              <a:rPr lang="en-US" altLang="zh-CN" dirty="0"/>
              <a:t>&amp;</a:t>
            </a:r>
            <a:br>
              <a:rPr lang="en-US" altLang="zh-CN" dirty="0"/>
            </a:br>
            <a:r>
              <a:rPr lang="zh-CN" altLang="en-US" dirty="0"/>
              <a:t>贪心</a:t>
            </a:r>
            <a:endParaRPr lang="x-none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41F7266-730B-436C-BAE6-E85292E46C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zh-CN" altLang="en-US" dirty="0"/>
              <a:t>中山大学智工学院 数据结构与算法 </a:t>
            </a:r>
            <a:r>
              <a:rPr lang="en-US" altLang="zh-CN" dirty="0"/>
              <a:t>2023</a:t>
            </a:r>
            <a:r>
              <a:rPr lang="zh-CN" altLang="en-US" dirty="0"/>
              <a:t>秋</a:t>
            </a:r>
            <a:endParaRPr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1380900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29CDF5C-4832-4667-BFA7-4FA0486E7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 1   </a:t>
            </a:r>
            <a:r>
              <a:rPr lang="zh-CN" altLang="en-US" dirty="0"/>
              <a:t>最长递增子序列  </a:t>
            </a:r>
            <a:r>
              <a:rPr lang="en-US" altLang="zh-CN" dirty="0"/>
              <a:t>(longest.cpp)</a:t>
            </a:r>
            <a:endParaRPr lang="x-none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DC0F38F3-E19C-48D3-AD6F-367661EB6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b="1" dirty="0"/>
              <a:t>输入格式</a:t>
            </a:r>
            <a:r>
              <a:rPr lang="zh-CN" altLang="en-US" dirty="0"/>
              <a:t>：第一行一个正整数</a:t>
            </a:r>
            <a:r>
              <a:rPr lang="en-US" altLang="zh-CN" dirty="0"/>
              <a:t>n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第二行包含用空格分开的</a:t>
            </a:r>
            <a:r>
              <a:rPr lang="en-US" altLang="zh-CN" dirty="0"/>
              <a:t>n</a:t>
            </a:r>
            <a:r>
              <a:rPr lang="zh-CN" altLang="en-US" dirty="0"/>
              <a:t>个整数 </a:t>
            </a: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en-US" altLang="zh-CN" i="1" dirty="0"/>
              <a:t>,a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i="1" dirty="0"/>
              <a:t>a</a:t>
            </a:r>
            <a:r>
              <a:rPr lang="en-US" altLang="zh-CN" baseline="-25000" dirty="0"/>
              <a:t>n</a:t>
            </a:r>
            <a:r>
              <a:rPr lang="zh-CN" altLang="en-US" baseline="-25000" dirty="0"/>
              <a:t> 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FF0000"/>
                </a:solidFill>
              </a:rPr>
              <a:t>注意可能有重复元素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b="1" dirty="0"/>
              <a:t>输出格式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输出一个整数，表示序列</a:t>
            </a: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en-US" altLang="zh-CN" i="1" dirty="0"/>
              <a:t>,a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i="1" dirty="0"/>
              <a:t>a</a:t>
            </a:r>
            <a:r>
              <a:rPr lang="en-US" altLang="zh-CN" baseline="-25000" dirty="0"/>
              <a:t>n</a:t>
            </a:r>
            <a:r>
              <a:rPr lang="zh-CN" altLang="en-US" dirty="0"/>
              <a:t>的最长递增子序列的长度 。</a:t>
            </a:r>
            <a:endParaRPr lang="en-US" altLang="zh-CN" dirty="0"/>
          </a:p>
          <a:p>
            <a:r>
              <a:rPr lang="zh-CN" altLang="en-US" b="1" dirty="0"/>
              <a:t>数据范围</a:t>
            </a:r>
            <a:r>
              <a:rPr lang="zh-CN" altLang="en-US" dirty="0"/>
              <a:t>：</a:t>
            </a:r>
            <a:r>
              <a:rPr lang="en-US" altLang="zh-CN" dirty="0"/>
              <a:t>1&lt;= n &lt;= </a:t>
            </a:r>
            <a:r>
              <a:rPr lang="en-US" altLang="zh-CN" dirty="0">
                <a:solidFill>
                  <a:srgbClr val="FF0000"/>
                </a:solidFill>
              </a:rPr>
              <a:t>12000</a:t>
            </a:r>
            <a:r>
              <a:rPr lang="zh-CN" altLang="en-US" dirty="0"/>
              <a:t>。 </a:t>
            </a:r>
            <a:r>
              <a:rPr lang="en-US" altLang="zh-CN" dirty="0"/>
              <a:t>-10</a:t>
            </a:r>
            <a:r>
              <a:rPr lang="en-US" altLang="zh-CN" baseline="30000" dirty="0"/>
              <a:t>9</a:t>
            </a:r>
            <a:r>
              <a:rPr lang="en-US" altLang="zh-CN" dirty="0"/>
              <a:t> &lt;=</a:t>
            </a:r>
            <a:r>
              <a:rPr lang="en-US" altLang="zh-CN" i="1" dirty="0"/>
              <a:t> a</a:t>
            </a:r>
            <a:r>
              <a:rPr lang="en-US" altLang="zh-CN" baseline="-25000" dirty="0"/>
              <a:t>1</a:t>
            </a:r>
            <a:r>
              <a:rPr lang="en-US" altLang="zh-CN" i="1" dirty="0"/>
              <a:t>,a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i="1" dirty="0"/>
              <a:t>a</a:t>
            </a:r>
            <a:r>
              <a:rPr lang="en-US" altLang="zh-CN" baseline="-25000" dirty="0"/>
              <a:t>n </a:t>
            </a:r>
            <a:r>
              <a:rPr lang="en-US" altLang="zh-CN" dirty="0"/>
              <a:t>&lt;=10</a:t>
            </a:r>
            <a:r>
              <a:rPr lang="en-US" altLang="zh-CN" baseline="30000" dirty="0"/>
              <a:t>9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b="1" dirty="0"/>
              <a:t>样例输入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7</a:t>
            </a:r>
          </a:p>
          <a:p>
            <a:pPr marL="0" indent="0">
              <a:buNone/>
            </a:pPr>
            <a:r>
              <a:rPr lang="en-US" altLang="zh-CN" dirty="0"/>
              <a:t>3 1 5 2 6 7 4</a:t>
            </a:r>
          </a:p>
          <a:p>
            <a:r>
              <a:rPr lang="zh-CN" altLang="en-US" b="1" dirty="0"/>
              <a:t>样例输出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01567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29CDF5C-4832-4667-BFA7-4FA0486E7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 2	</a:t>
            </a:r>
            <a:r>
              <a:rPr lang="zh-CN" altLang="en-US" dirty="0"/>
              <a:t>任务安排问题 </a:t>
            </a:r>
            <a:r>
              <a:rPr lang="en-US" altLang="zh-CN" dirty="0"/>
              <a:t>(taskprocess.cpp)</a:t>
            </a:r>
            <a:endParaRPr lang="x-none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DC0F38F3-E19C-48D3-AD6F-367661EB6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43799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有</a:t>
            </a:r>
            <a:r>
              <a:rPr lang="en-US" altLang="zh-CN" dirty="0"/>
              <a:t>n </a:t>
            </a:r>
            <a:r>
              <a:rPr lang="zh-CN" altLang="en-US" dirty="0"/>
              <a:t>个任务，编号为</a:t>
            </a:r>
            <a:r>
              <a:rPr lang="en-US" altLang="zh-CN" dirty="0"/>
              <a:t>1~n</a:t>
            </a:r>
            <a:r>
              <a:rPr lang="zh-CN" altLang="en-US" dirty="0"/>
              <a:t>，需要被完成。假设：</a:t>
            </a:r>
            <a:endParaRPr lang="en-US" altLang="zh-CN" dirty="0"/>
          </a:p>
          <a:p>
            <a:pPr lvl="1"/>
            <a:r>
              <a:rPr lang="zh-CN" altLang="en-US" dirty="0"/>
              <a:t>任务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只能在时刻 </a:t>
            </a:r>
            <a:r>
              <a:rPr lang="en-US" altLang="zh-CN" dirty="0" err="1"/>
              <a:t>r</a:t>
            </a:r>
            <a:r>
              <a:rPr lang="en-US" altLang="zh-CN" baseline="-25000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后开始处理。任务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需要 </a:t>
            </a:r>
            <a:r>
              <a:rPr lang="en-US" altLang="zh-CN" dirty="0"/>
              <a:t>p</a:t>
            </a:r>
            <a:r>
              <a:rPr lang="en-US" altLang="zh-CN" baseline="-25000" dirty="0"/>
              <a:t>i</a:t>
            </a:r>
            <a:r>
              <a:rPr lang="zh-CN" altLang="en-US" dirty="0"/>
              <a:t>个时间单位才能完成。</a:t>
            </a:r>
            <a:endParaRPr lang="en-US" altLang="zh-CN" dirty="0"/>
          </a:p>
          <a:p>
            <a:pPr lvl="1"/>
            <a:r>
              <a:rPr lang="zh-CN" altLang="en-US" dirty="0"/>
              <a:t>同一个时间单位只能处理一项任务；一项任务可分多次处理（可暂停，之后继续处理）</a:t>
            </a:r>
            <a:endParaRPr lang="en-US" altLang="zh-CN" dirty="0"/>
          </a:p>
          <a:p>
            <a:r>
              <a:rPr lang="zh-CN" altLang="en-US" dirty="0"/>
              <a:t>设计方案使得</a:t>
            </a:r>
            <a:r>
              <a:rPr lang="en-US" altLang="zh-CN" dirty="0" err="1"/>
              <a:t>Σt</a:t>
            </a:r>
            <a:r>
              <a:rPr lang="en-US" altLang="zh-CN" baseline="-25000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最小，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为任务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被完成的时刻。</a:t>
            </a:r>
            <a:endParaRPr lang="en-US" altLang="zh-CN" b="1" dirty="0"/>
          </a:p>
          <a:p>
            <a:r>
              <a:rPr lang="zh-CN" altLang="en-US" b="1" dirty="0"/>
              <a:t>输入格式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pt-BR" altLang="zh-CN" sz="2800" dirty="0"/>
              <a:t>n</a:t>
            </a:r>
          </a:p>
          <a:p>
            <a:pPr lvl="1"/>
            <a:r>
              <a:rPr lang="pt-BR" altLang="zh-CN" sz="2800" dirty="0"/>
              <a:t>r</a:t>
            </a:r>
            <a:r>
              <a:rPr lang="pt-BR" altLang="zh-CN" sz="2800" baseline="-25000" dirty="0"/>
              <a:t>1</a:t>
            </a:r>
            <a:r>
              <a:rPr lang="pt-BR" altLang="zh-CN" sz="2800" dirty="0"/>
              <a:t> r</a:t>
            </a:r>
            <a:r>
              <a:rPr lang="pt-BR" altLang="zh-CN" sz="2800" baseline="-25000" dirty="0"/>
              <a:t>2</a:t>
            </a:r>
            <a:r>
              <a:rPr lang="pt-BR" altLang="zh-CN" sz="2800" dirty="0"/>
              <a:t> ... r</a:t>
            </a:r>
            <a:r>
              <a:rPr lang="pt-BR" altLang="zh-CN" sz="2800" baseline="-25000" dirty="0"/>
              <a:t>n</a:t>
            </a:r>
          </a:p>
          <a:p>
            <a:pPr lvl="1"/>
            <a:r>
              <a:rPr lang="pt-BR" altLang="zh-CN" sz="2800" dirty="0"/>
              <a:t>p</a:t>
            </a:r>
            <a:r>
              <a:rPr lang="pt-BR" altLang="zh-CN" sz="2800" baseline="-25000" dirty="0"/>
              <a:t>1</a:t>
            </a:r>
            <a:r>
              <a:rPr lang="pt-BR" altLang="zh-CN" sz="2800" dirty="0"/>
              <a:t> p</a:t>
            </a:r>
            <a:r>
              <a:rPr lang="pt-BR" altLang="zh-CN" sz="2800" baseline="-25000" dirty="0"/>
              <a:t>2</a:t>
            </a:r>
            <a:r>
              <a:rPr lang="pt-BR" altLang="zh-CN" sz="2800" dirty="0"/>
              <a:t> ... p</a:t>
            </a:r>
            <a:r>
              <a:rPr lang="pt-BR" altLang="zh-CN" sz="2800" baseline="-25000" dirty="0"/>
              <a:t>n</a:t>
            </a:r>
            <a:endParaRPr lang="en-US" altLang="zh-CN" sz="2800" dirty="0"/>
          </a:p>
          <a:p>
            <a:r>
              <a:rPr lang="zh-CN" altLang="en-US" b="1" dirty="0"/>
              <a:t>输出格式</a:t>
            </a:r>
            <a:r>
              <a:rPr lang="zh-CN" altLang="en-US" dirty="0"/>
              <a:t>：一个数，表示最小的</a:t>
            </a:r>
            <a:r>
              <a:rPr lang="en-US" altLang="zh-CN" dirty="0" err="1"/>
              <a:t>Σt</a:t>
            </a:r>
            <a:r>
              <a:rPr lang="en-US" altLang="zh-CN" baseline="-25000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b="1" dirty="0"/>
              <a:t>数据范围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pt-BR" altLang="zh-CN" dirty="0"/>
              <a:t>1 &lt;= n  &lt;=100		</a:t>
            </a:r>
          </a:p>
          <a:p>
            <a:pPr lvl="1"/>
            <a:r>
              <a:rPr lang="pt-BR" altLang="zh-CN" dirty="0">
                <a:solidFill>
                  <a:srgbClr val="FF0000"/>
                </a:solidFill>
              </a:rPr>
              <a:t>0</a:t>
            </a:r>
            <a:r>
              <a:rPr lang="pt-BR" altLang="zh-CN" dirty="0"/>
              <a:t> &lt;= r</a:t>
            </a:r>
            <a:r>
              <a:rPr lang="pt-BR" altLang="zh-CN" baseline="-25000" dirty="0"/>
              <a:t>i  </a:t>
            </a:r>
            <a:r>
              <a:rPr lang="pt-BR" altLang="zh-CN" dirty="0"/>
              <a:t>&lt;= 200.     1 &lt;= p</a:t>
            </a:r>
            <a:r>
              <a:rPr lang="pt-BR" altLang="zh-CN" baseline="-25000" dirty="0"/>
              <a:t>i  </a:t>
            </a:r>
            <a:r>
              <a:rPr lang="pt-BR" altLang="zh-CN" dirty="0"/>
              <a:t>&lt;=200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C840259-90E3-45C9-B4AB-B7FA7715981E}"/>
              </a:ext>
            </a:extLst>
          </p:cNvPr>
          <p:cNvSpPr/>
          <p:nvPr/>
        </p:nvSpPr>
        <p:spPr>
          <a:xfrm>
            <a:off x="7819696" y="3627430"/>
            <a:ext cx="314465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样例输入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r>
              <a:rPr lang="en-US" altLang="zh-CN" sz="2400" dirty="0"/>
              <a:t>3</a:t>
            </a:r>
          </a:p>
          <a:p>
            <a:r>
              <a:rPr lang="en-US" altLang="zh-CN" sz="2400" dirty="0"/>
              <a:t>1 2 3</a:t>
            </a:r>
          </a:p>
          <a:p>
            <a:r>
              <a:rPr lang="en-US" altLang="zh-CN" sz="2400" dirty="0"/>
              <a:t>4 2 2</a:t>
            </a:r>
          </a:p>
          <a:p>
            <a:endParaRPr lang="en-US" altLang="zh-CN" sz="2400" b="1" dirty="0"/>
          </a:p>
          <a:p>
            <a:r>
              <a:rPr lang="zh-CN" altLang="en-US" sz="2400" b="1" dirty="0"/>
              <a:t>样例输出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r>
              <a:rPr lang="en-US" altLang="zh-CN" sz="2400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178873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11B83B-9F53-420D-9836-C91564DD2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选做</a:t>
            </a:r>
            <a:endParaRPr lang="zh-Hans-HK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242DDD-335A-4600-B413-815D644B5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思考</a:t>
            </a:r>
            <a:r>
              <a:rPr lang="en-US" altLang="zh-CN" dirty="0"/>
              <a:t>Task 1</a:t>
            </a:r>
            <a:r>
              <a:rPr lang="zh-CN" altLang="en-US" dirty="0"/>
              <a:t>的 </a:t>
            </a:r>
            <a:r>
              <a:rPr lang="en-US" altLang="zh-CN" dirty="0"/>
              <a:t>O(n log n)</a:t>
            </a:r>
            <a:r>
              <a:rPr lang="zh-CN" altLang="en-US" dirty="0"/>
              <a:t>的算法并实现它。</a:t>
            </a:r>
            <a:endParaRPr lang="zh-Hans-HK" altLang="en-US" dirty="0"/>
          </a:p>
        </p:txBody>
      </p:sp>
    </p:spTree>
    <p:extLst>
      <p:ext uri="{BB962C8B-B14F-4D97-AF65-F5344CB8AC3E}">
        <p14:creationId xmlns:p14="http://schemas.microsoft.com/office/powerpoint/2010/main" val="1396169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289</Words>
  <Application>Microsoft Macintosh PowerPoint</Application>
  <PresentationFormat>宽屏</PresentationFormat>
  <Paragraphs>35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主题​​</vt:lpstr>
      <vt:lpstr>实验课10：动态规划&amp; 贪心</vt:lpstr>
      <vt:lpstr>Task 1   最长递增子序列  (longest.cpp)</vt:lpstr>
      <vt:lpstr>Task 2 任务安排问题 (taskprocess.cpp)</vt:lpstr>
      <vt:lpstr>选做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金 恺</dc:creator>
  <cp:lastModifiedBy>Wang Junbo</cp:lastModifiedBy>
  <cp:revision>159</cp:revision>
  <dcterms:created xsi:type="dcterms:W3CDTF">2021-02-28T12:08:06Z</dcterms:created>
  <dcterms:modified xsi:type="dcterms:W3CDTF">2023-11-07T08:27:17Z</dcterms:modified>
</cp:coreProperties>
</file>