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04" r:id="rId2"/>
    <p:sldId id="309" r:id="rId3"/>
    <p:sldId id="330" r:id="rId4"/>
    <p:sldId id="351" r:id="rId5"/>
    <p:sldId id="353" r:id="rId6"/>
    <p:sldId id="659" r:id="rId7"/>
    <p:sldId id="352" r:id="rId8"/>
    <p:sldId id="336" r:id="rId9"/>
    <p:sldId id="355" r:id="rId10"/>
    <p:sldId id="658" r:id="rId11"/>
    <p:sldId id="356" r:id="rId12"/>
    <p:sldId id="357" r:id="rId13"/>
    <p:sldId id="334" r:id="rId14"/>
    <p:sldId id="359" r:id="rId15"/>
    <p:sldId id="358" r:id="rId16"/>
    <p:sldId id="643" r:id="rId17"/>
    <p:sldId id="644" r:id="rId18"/>
    <p:sldId id="384" r:id="rId19"/>
    <p:sldId id="339" r:id="rId20"/>
    <p:sldId id="645" r:id="rId21"/>
    <p:sldId id="311" r:id="rId22"/>
    <p:sldId id="333" r:id="rId23"/>
    <p:sldId id="646" r:id="rId24"/>
    <p:sldId id="332" r:id="rId25"/>
    <p:sldId id="647" r:id="rId26"/>
    <p:sldId id="648" r:id="rId27"/>
    <p:sldId id="337" r:id="rId28"/>
    <p:sldId id="377" r:id="rId29"/>
    <p:sldId id="649" r:id="rId30"/>
    <p:sldId id="638" r:id="rId31"/>
    <p:sldId id="331" r:id="rId32"/>
    <p:sldId id="291" r:id="rId33"/>
    <p:sldId id="628" r:id="rId34"/>
    <p:sldId id="292" r:id="rId35"/>
    <p:sldId id="657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0">
          <p15:clr>
            <a:srgbClr val="A4A3A4"/>
          </p15:clr>
        </p15:guide>
        <p15:guide id="2" pos="21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107">
          <p15:clr>
            <a:srgbClr val="A4A3A4"/>
          </p15:clr>
        </p15:guide>
      </p15:notesGuideLst>
    </p:ext>
    <p:ext uri="{505F2C04-C923-438B-8C0F-E0CD2BADF298}">
      <wppc:fontMiss xmlns=""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1973" autoAdjust="0"/>
  </p:normalViewPr>
  <p:slideViewPr>
    <p:cSldViewPr snapToGrid="0">
      <p:cViewPr varScale="1">
        <p:scale>
          <a:sx n="117" d="100"/>
          <a:sy n="117" d="100"/>
        </p:scale>
        <p:origin x="1016" y="184"/>
      </p:cViewPr>
      <p:guideLst>
        <p:guide orient="horz" pos="2830"/>
        <p:guide pos="21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5" d="100"/>
          <a:sy n="115" d="100"/>
        </p:scale>
        <p:origin x="1272" y="208"/>
      </p:cViewPr>
      <p:guideLst>
        <p:guide orient="horz" pos="2905"/>
        <p:guide pos="2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王军波" userId="abc43a65-caf0-4467-916d-72d11a280d59" providerId="ADAL" clId="{6A96D369-8A69-5A4B-8903-9CDC57D7C474}"/>
    <pc:docChg chg="delSld">
      <pc:chgData name="王军波" userId="abc43a65-caf0-4467-916d-72d11a280d59" providerId="ADAL" clId="{6A96D369-8A69-5A4B-8903-9CDC57D7C474}" dt="2023-11-07T08:29:43.209" v="0" actId="2696"/>
      <pc:docMkLst>
        <pc:docMk/>
      </pc:docMkLst>
      <pc:sldChg chg="del">
        <pc:chgData name="王军波" userId="abc43a65-caf0-4467-916d-72d11a280d59" providerId="ADAL" clId="{6A96D369-8A69-5A4B-8903-9CDC57D7C474}" dt="2023-11-07T08:29:43.209" v="0" actId="2696"/>
        <pc:sldMkLst>
          <pc:docMk/>
          <pc:sldMk cId="1299097732" sldId="660"/>
        </pc:sldMkLst>
      </pc:sldChg>
    </pc:docChg>
  </pc:docChgLst>
  <pc:docChgLst>
    <pc:chgData name="军波 王" userId="abc43a65-caf0-4467-916d-72d11a280d59" providerId="ADAL" clId="{4F26926E-3AC7-AA40-BAD9-76A34E3BB570}"/>
    <pc:docChg chg="undo custSel addSld delSld modSld delSection modSection">
      <pc:chgData name="军波 王" userId="abc43a65-caf0-4467-916d-72d11a280d59" providerId="ADAL" clId="{4F26926E-3AC7-AA40-BAD9-76A34E3BB570}" dt="2022-11-10T04:03:37.947" v="540" actId="207"/>
      <pc:docMkLst>
        <pc:docMk/>
      </pc:docMkLst>
      <pc:sldChg chg="addSp modSp add mod modTransition modClrScheme modAnim chgLayout">
        <pc:chgData name="军波 王" userId="abc43a65-caf0-4467-916d-72d11a280d59" providerId="ADAL" clId="{4F26926E-3AC7-AA40-BAD9-76A34E3BB570}" dt="2022-11-09T09:11:32.671" v="492"/>
        <pc:sldMkLst>
          <pc:docMk/>
          <pc:sldMk cId="0" sldId="291"/>
        </pc:sldMkLst>
        <pc:spChg chg="add mod ord">
          <ac:chgData name="军波 王" userId="abc43a65-caf0-4467-916d-72d11a280d59" providerId="ADAL" clId="{4F26926E-3AC7-AA40-BAD9-76A34E3BB570}" dt="2022-11-09T09:11:32.671" v="492"/>
          <ac:spMkLst>
            <pc:docMk/>
            <pc:sldMk cId="0" sldId="291"/>
            <ac:spMk id="2" creationId="{20DAF22D-006E-7D4A-83E2-56FC6E796D4A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7" creationId="{E4F84882-9463-42E5-8B0C-DEBB44FC2F0C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8" creationId="{10F8BBE5-C25A-4352-AF87-FF1FD81A7A72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9" creationId="{F8724075-B056-4A10-BD13-44175D2BEEA2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0" creationId="{9754CE67-719B-4103-8B16-C3B24BBCACD3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1" creationId="{AC312002-EDC0-4B89-8BC7-9611FE87A4EE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2" creationId="{5A43064D-F655-495F-A37A-11EAC42C0DF1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3" creationId="{99B02A0D-ADA1-49C6-8CDA-4AC3DF90A990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4" creationId="{114E8817-1224-4D74-9840-E51C7E02E9A2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5" creationId="{D3C12717-B82D-4861-B847-C6219781E3A4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6" creationId="{B63B9531-6E7D-4447-B96D-4C656CCBC5F9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17" creationId="{60B221E0-73CF-4DE6-B00B-224E68B53FDD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24" creationId="{E206EEC7-B3BC-491E-8446-3D74EFD3A28F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27" creationId="{6281EF29-19C7-49EA-BC5A-460E223DBEA2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28" creationId="{CE815E0F-4194-4412-A113-5984380B3AAF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29" creationId="{AEC2B79A-557D-4DB8-B88E-F866AC42E23C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30" creationId="{5596E145-B16C-4090-A1D6-C87CB5F6C269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31" creationId="{D9085D66-F893-4C4B-8307-8A66F78B446D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32" creationId="{53D10A7F-8F00-448B-AABE-05454EA575A9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33" creationId="{3374EA08-3C34-4C11-8B8A-C5F12127D768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38" creationId="{4F55CE1C-3FDA-4B81-9F13-5C0A8B3B3B2F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40" creationId="{0D393D31-6EA5-44FC-BA03-C9ECCBD3DF5D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42" creationId="{66F37F24-BB2B-4C5B-8608-2BA46820C967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43" creationId="{0BCF9282-0DD3-4BF5-B70C-FBC2857E1BB9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44" creationId="{EFB64AF3-8760-4FC7-AF37-B1D4652EABE2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63" creationId="{AF8F5991-6C16-4C36-9DC4-066948D579D8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66" creationId="{64BCDD55-90EF-4B18-BB70-2B0CEC31ED3F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67" creationId="{2D0BBAAB-D9BA-4AFD-8E90-5B1A1703ACF3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68" creationId="{A32E3E97-BD08-40B7-A442-A25766584303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69" creationId="{60F2937B-0BE0-4BF5-BB0D-F4959D839681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70" creationId="{AD2A781B-B30A-499F-9E9A-4D75F7076938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75" creationId="{C9162A16-3510-4409-8B3F-23E7816950FF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77" creationId="{FC9F412F-3576-4BA8-AB1E-5A293271F93A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79" creationId="{7BE777BA-1F64-4420-96C9-61D4468A6A0B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80" creationId="{39DBB6B4-A48D-4DAF-ACC0-7E30935E6C41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81" creationId="{49B7C335-E5A2-4CD1-85E6-16C1E39DEA92}"/>
          </ac:spMkLst>
        </pc:spChg>
        <pc:spChg chg="mod">
          <ac:chgData name="军波 王" userId="abc43a65-caf0-4467-916d-72d11a280d59" providerId="ADAL" clId="{4F26926E-3AC7-AA40-BAD9-76A34E3BB570}" dt="2022-11-09T09:07:31.049" v="452" actId="1076"/>
          <ac:spMkLst>
            <pc:docMk/>
            <pc:sldMk cId="0" sldId="291"/>
            <ac:spMk id="82" creationId="{5BF7C617-6AFB-49AD-B8FA-45E4EC363F4D}"/>
          </ac:spMkLst>
        </pc:spChg>
        <pc:spChg chg="mod ord">
          <ac:chgData name="军波 王" userId="abc43a65-caf0-4467-916d-72d11a280d59" providerId="ADAL" clId="{4F26926E-3AC7-AA40-BAD9-76A34E3BB570}" dt="2022-11-09T09:07:22.510" v="451" actId="14"/>
          <ac:spMkLst>
            <pc:docMk/>
            <pc:sldMk cId="0" sldId="291"/>
            <ac:spMk id="45058" creationId="{50293D39-8BE1-40F7-8F2F-0B74B29EF167}"/>
          </ac:spMkLst>
        </pc:spChg>
        <pc:grpChg chg="mod">
          <ac:chgData name="军波 王" userId="abc43a65-caf0-4467-916d-72d11a280d59" providerId="ADAL" clId="{4F26926E-3AC7-AA40-BAD9-76A34E3BB570}" dt="2022-11-09T09:07:31.049" v="452" actId="1076"/>
          <ac:grpSpMkLst>
            <pc:docMk/>
            <pc:sldMk cId="0" sldId="291"/>
            <ac:grpSpMk id="5" creationId="{4EB0BCD4-3210-43FC-B100-B9708F17314F}"/>
          </ac:grpSpMkLst>
        </pc:grpChg>
        <pc:grpChg chg="mod">
          <ac:chgData name="军波 王" userId="abc43a65-caf0-4467-916d-72d11a280d59" providerId="ADAL" clId="{4F26926E-3AC7-AA40-BAD9-76A34E3BB570}" dt="2022-11-09T09:07:31.049" v="452" actId="1076"/>
          <ac:grpSpMkLst>
            <pc:docMk/>
            <pc:sldMk cId="0" sldId="291"/>
            <ac:grpSpMk id="6" creationId="{276CD717-1A85-4F33-B492-6310DC729F2A}"/>
          </ac:grpSpMkLst>
        </pc:grpChg>
        <pc:grpChg chg="mod">
          <ac:chgData name="军波 王" userId="abc43a65-caf0-4467-916d-72d11a280d59" providerId="ADAL" clId="{4F26926E-3AC7-AA40-BAD9-76A34E3BB570}" dt="2022-11-09T09:07:31.049" v="452" actId="1076"/>
          <ac:grpSpMkLst>
            <pc:docMk/>
            <pc:sldMk cId="0" sldId="291"/>
            <ac:grpSpMk id="25" creationId="{7AD850E6-C7BC-4F1F-A3D3-D961AB7ED380}"/>
          </ac:grpSpMkLst>
        </pc:grpChg>
        <pc:grpChg chg="mod">
          <ac:chgData name="军波 王" userId="abc43a65-caf0-4467-916d-72d11a280d59" providerId="ADAL" clId="{4F26926E-3AC7-AA40-BAD9-76A34E3BB570}" dt="2022-11-09T09:07:31.049" v="452" actId="1076"/>
          <ac:grpSpMkLst>
            <pc:docMk/>
            <pc:sldMk cId="0" sldId="291"/>
            <ac:grpSpMk id="26" creationId="{6CD1E959-68A1-4CA2-867B-150DA3A42E9F}"/>
          </ac:grpSpMkLst>
        </pc:grpChg>
        <pc:grpChg chg="mod">
          <ac:chgData name="军波 王" userId="abc43a65-caf0-4467-916d-72d11a280d59" providerId="ADAL" clId="{4F26926E-3AC7-AA40-BAD9-76A34E3BB570}" dt="2022-11-09T09:07:31.049" v="452" actId="1076"/>
          <ac:grpSpMkLst>
            <pc:docMk/>
            <pc:sldMk cId="0" sldId="291"/>
            <ac:grpSpMk id="65" creationId="{51A6531D-5645-4035-852F-6EF4CA2DD323}"/>
          </ac:grpSpMkLst>
        </pc:grp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18" creationId="{9B451C71-6582-4EA7-A84C-1EE129FF1513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19" creationId="{BF83DE2D-1938-46BB-B953-E18FE3B834C2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20" creationId="{FF8D58FC-FFC6-4127-841E-D853A2AD8413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21" creationId="{8F259AE1-C60C-4F87-A110-970853D5217B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22" creationId="{58A25565-2141-41ED-8ADC-EC2CC8D6C290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23" creationId="{96F18786-FB79-48F5-AEC1-40DB1BB3006B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34" creationId="{13972860-C9BF-4496-97D4-C8DE6EBE1449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35" creationId="{85E7D491-DEE8-4B61-A034-AF29E0B68E3A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36" creationId="{7731135E-B861-4F6F-BD57-3709D36E41DE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37" creationId="{1FCA2791-937F-4712-BF2C-D1572FB0C968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39" creationId="{839370CD-D1C5-4AA8-9734-7A4AA9BD0490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41" creationId="{CAEE2F59-47DB-48C1-B96D-6D50E11CF5B2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71" creationId="{61555E32-E2CD-45B1-84D4-308DCEBB34E1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72" creationId="{3919FBD2-F9E3-442B-8E1F-2BA1DF222D29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73" creationId="{D1C69E33-2A81-4127-9C73-AC4F85780755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74" creationId="{C1DE7880-BA87-4C26-9BB0-CAEDAC74EC0D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76" creationId="{D40FFB58-2EA6-481A-825D-CF69DAFFCE52}"/>
          </ac:cxnSpMkLst>
        </pc:cxnChg>
        <pc:cxnChg chg="mod">
          <ac:chgData name="军波 王" userId="abc43a65-caf0-4467-916d-72d11a280d59" providerId="ADAL" clId="{4F26926E-3AC7-AA40-BAD9-76A34E3BB570}" dt="2022-11-09T09:07:31.049" v="452" actId="1076"/>
          <ac:cxnSpMkLst>
            <pc:docMk/>
            <pc:sldMk cId="0" sldId="291"/>
            <ac:cxnSpMk id="78" creationId="{2AAFD662-FE12-42D4-87F2-CEC0D3B9CA6E}"/>
          </ac:cxnSpMkLst>
        </pc:cxnChg>
      </pc:sldChg>
      <pc:sldChg chg="modSp add mod modTransition modClrScheme chgLayout">
        <pc:chgData name="军波 王" userId="abc43a65-caf0-4467-916d-72d11a280d59" providerId="ADAL" clId="{4F26926E-3AC7-AA40-BAD9-76A34E3BB570}" dt="2022-11-09T09:11:22.174" v="490" actId="20577"/>
        <pc:sldMkLst>
          <pc:docMk/>
          <pc:sldMk cId="0" sldId="292"/>
        </pc:sldMkLst>
        <pc:spChg chg="mod ord">
          <ac:chgData name="军波 王" userId="abc43a65-caf0-4467-916d-72d11a280d59" providerId="ADAL" clId="{4F26926E-3AC7-AA40-BAD9-76A34E3BB570}" dt="2022-11-09T09:11:22.174" v="490" actId="20577"/>
          <ac:spMkLst>
            <pc:docMk/>
            <pc:sldMk cId="0" sldId="292"/>
            <ac:spMk id="2" creationId="{351F85C3-2364-4361-80FA-266C92479669}"/>
          </ac:spMkLst>
        </pc:spChg>
        <pc:spChg chg="mod ord">
          <ac:chgData name="军波 王" userId="abc43a65-caf0-4467-916d-72d11a280d59" providerId="ADAL" clId="{4F26926E-3AC7-AA40-BAD9-76A34E3BB570}" dt="2022-11-09T09:11:15.505" v="482" actId="700"/>
          <ac:spMkLst>
            <pc:docMk/>
            <pc:sldMk cId="0" sldId="292"/>
            <ac:spMk id="46082" creationId="{242151D7-2C71-40D0-806C-4003B97EF6EA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97473638" sldId="301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035843578" sldId="303"/>
        </pc:sldMkLst>
      </pc:sldChg>
      <pc:sldChg chg="modSp mod">
        <pc:chgData name="军波 王" userId="abc43a65-caf0-4467-916d-72d11a280d59" providerId="ADAL" clId="{4F26926E-3AC7-AA40-BAD9-76A34E3BB570}" dt="2022-11-03T07:00:52.876" v="11" actId="207"/>
        <pc:sldMkLst>
          <pc:docMk/>
          <pc:sldMk cId="2760320497" sldId="304"/>
        </pc:sldMkLst>
        <pc:spChg chg="mod">
          <ac:chgData name="军波 王" userId="abc43a65-caf0-4467-916d-72d11a280d59" providerId="ADAL" clId="{4F26926E-3AC7-AA40-BAD9-76A34E3BB570}" dt="2022-11-03T07:00:52.876" v="11" actId="207"/>
          <ac:spMkLst>
            <pc:docMk/>
            <pc:sldMk cId="2760320497" sldId="304"/>
            <ac:spMk id="5" creationId="{34D33EA6-2792-486D-9C1F-D6D51D091BCF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322450525" sldId="307"/>
        </pc:sldMkLst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247839245" sldId="309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47839245" sldId="309"/>
            <ac:spMk id="2" creationId="{7E3D6674-A473-B449-9C01-E83357A28D89}"/>
          </ac:spMkLst>
        </pc:spChg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2125740982" sldId="311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125740982" sldId="311"/>
            <ac:spMk id="2" creationId="{A7EC57EB-F506-BA40-91BF-4DB1A88A270B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053795786" sldId="312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271727629" sldId="315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767120912" sldId="316"/>
        </pc:sldMkLst>
      </pc:sldChg>
      <pc:sldChg chg="del">
        <pc:chgData name="军波 王" userId="abc43a65-caf0-4467-916d-72d11a280d59" providerId="ADAL" clId="{4F26926E-3AC7-AA40-BAD9-76A34E3BB570}" dt="2022-11-03T06:59:55.491" v="6" actId="2696"/>
        <pc:sldMkLst>
          <pc:docMk/>
          <pc:sldMk cId="2622887298" sldId="321"/>
        </pc:sldMkLst>
      </pc:sldChg>
      <pc:sldChg chg="modSp add del mod modClrScheme chgLayout">
        <pc:chgData name="军波 王" userId="abc43a65-caf0-4467-916d-72d11a280d59" providerId="ADAL" clId="{4F26926E-3AC7-AA40-BAD9-76A34E3BB570}" dt="2022-11-07T13:13:04.566" v="325" actId="2696"/>
        <pc:sldMkLst>
          <pc:docMk/>
          <pc:sldMk cId="3890114728" sldId="323"/>
        </pc:sldMkLst>
        <pc:spChg chg="mod ord">
          <ac:chgData name="军波 王" userId="abc43a65-caf0-4467-916d-72d11a280d59" providerId="ADAL" clId="{4F26926E-3AC7-AA40-BAD9-76A34E3BB570}" dt="2022-11-07T13:09:36.749" v="322" actId="207"/>
          <ac:spMkLst>
            <pc:docMk/>
            <pc:sldMk cId="3890114728" sldId="323"/>
            <ac:spMk id="2" creationId="{DF507EEB-C73E-43F5-AFB4-6BFC677C040C}"/>
          </ac:spMkLst>
        </pc:spChg>
        <pc:spChg chg="mod ord">
          <ac:chgData name="军波 王" userId="abc43a65-caf0-4467-916d-72d11a280d59" providerId="ADAL" clId="{4F26926E-3AC7-AA40-BAD9-76A34E3BB570}" dt="2022-11-07T11:32:10.095" v="278" actId="27636"/>
          <ac:spMkLst>
            <pc:docMk/>
            <pc:sldMk cId="3890114728" sldId="323"/>
            <ac:spMk id="3" creationId="{3A0CB7F9-6265-4384-B20A-4B62ADE79832}"/>
          </ac:spMkLst>
        </pc:spChg>
      </pc:sldChg>
      <pc:sldChg chg="modSp add del mod modClrScheme chgLayout">
        <pc:chgData name="军波 王" userId="abc43a65-caf0-4467-916d-72d11a280d59" providerId="ADAL" clId="{4F26926E-3AC7-AA40-BAD9-76A34E3BB570}" dt="2022-11-07T13:13:03.486" v="324" actId="2696"/>
        <pc:sldMkLst>
          <pc:docMk/>
          <pc:sldMk cId="1941835797" sldId="324"/>
        </pc:sldMkLst>
        <pc:spChg chg="mod ord">
          <ac:chgData name="军波 王" userId="abc43a65-caf0-4467-916d-72d11a280d59" providerId="ADAL" clId="{4F26926E-3AC7-AA40-BAD9-76A34E3BB570}" dt="2022-11-07T11:32:09.998" v="277" actId="700"/>
          <ac:spMkLst>
            <pc:docMk/>
            <pc:sldMk cId="1941835797" sldId="324"/>
            <ac:spMk id="2" creationId="{81A35F7E-4002-4CE5-97DC-B5B259D4848E}"/>
          </ac:spMkLst>
        </pc:spChg>
        <pc:spChg chg="mod ord">
          <ac:chgData name="军波 王" userId="abc43a65-caf0-4467-916d-72d11a280d59" providerId="ADAL" clId="{4F26926E-3AC7-AA40-BAD9-76A34E3BB570}" dt="2022-11-07T11:32:10.165" v="279" actId="27636"/>
          <ac:spMkLst>
            <pc:docMk/>
            <pc:sldMk cId="1941835797" sldId="324"/>
            <ac:spMk id="3" creationId="{D18493B0-3760-46E1-A93E-A32286AAD46F}"/>
          </ac:spMkLst>
        </pc:spChg>
      </pc:sldChg>
      <pc:sldChg chg="addSp modSp add del mod">
        <pc:chgData name="军波 王" userId="abc43a65-caf0-4467-916d-72d11a280d59" providerId="ADAL" clId="{4F26926E-3AC7-AA40-BAD9-76A34E3BB570}" dt="2022-11-09T09:12:18.379" v="493" actId="2696"/>
        <pc:sldMkLst>
          <pc:docMk/>
          <pc:sldMk cId="1731343709" sldId="325"/>
        </pc:sldMkLst>
        <pc:spChg chg="mod">
          <ac:chgData name="军波 王" userId="abc43a65-caf0-4467-916d-72d11a280d59" providerId="ADAL" clId="{4F26926E-3AC7-AA40-BAD9-76A34E3BB570}" dt="2022-11-03T06:59:33.569" v="3" actId="27636"/>
          <ac:spMkLst>
            <pc:docMk/>
            <pc:sldMk cId="1731343709" sldId="325"/>
            <ac:spMk id="3" creationId="{EE9FB37A-A8D4-4EB2-970F-405A76D154B0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731343709" sldId="325"/>
            <ac:spMk id="4" creationId="{98BA720F-A66E-7744-ADCD-9BA2B94F39CE}"/>
          </ac:spMkLst>
        </pc:spChg>
      </pc:sldChg>
      <pc:sldChg chg="addSp modSp add">
        <pc:chgData name="军波 王" userId="abc43a65-caf0-4467-916d-72d11a280d59" providerId="ADAL" clId="{4F26926E-3AC7-AA40-BAD9-76A34E3BB570}" dt="2022-11-09T14:05:52.256" v="525" actId="207"/>
        <pc:sldMkLst>
          <pc:docMk/>
          <pc:sldMk cId="4216626915" sldId="330"/>
        </pc:sldMkLst>
        <pc:spChg chg="mod">
          <ac:chgData name="军波 王" userId="abc43a65-caf0-4467-916d-72d11a280d59" providerId="ADAL" clId="{4F26926E-3AC7-AA40-BAD9-76A34E3BB570}" dt="2022-11-09T14:05:52.256" v="525" actId="207"/>
          <ac:spMkLst>
            <pc:docMk/>
            <pc:sldMk cId="4216626915" sldId="330"/>
            <ac:spMk id="3" creationId="{85814DC9-1FCB-4A9F-9CD9-CE6133CD01E0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4216626915" sldId="330"/>
            <ac:spMk id="4" creationId="{91E33087-3EA7-9046-9CCF-06A7194FB4BB}"/>
          </ac:spMkLst>
        </pc:spChg>
      </pc:sldChg>
      <pc:sldChg chg="addSp modSp add mod modAnim">
        <pc:chgData name="军波 王" userId="abc43a65-caf0-4467-916d-72d11a280d59" providerId="ADAL" clId="{4F26926E-3AC7-AA40-BAD9-76A34E3BB570}" dt="2022-11-09T09:12:47.174" v="508" actId="20577"/>
        <pc:sldMkLst>
          <pc:docMk/>
          <pc:sldMk cId="3864330156" sldId="331"/>
        </pc:sldMkLst>
        <pc:spChg chg="mod">
          <ac:chgData name="军波 王" userId="abc43a65-caf0-4467-916d-72d11a280d59" providerId="ADAL" clId="{4F26926E-3AC7-AA40-BAD9-76A34E3BB570}" dt="2022-11-09T09:12:47.174" v="508" actId="20577"/>
          <ac:spMkLst>
            <pc:docMk/>
            <pc:sldMk cId="3864330156" sldId="331"/>
            <ac:spMk id="2" creationId="{CC7BB023-B848-481B-811D-E93F94DD5352}"/>
          </ac:spMkLst>
        </pc:spChg>
        <pc:spChg chg="mod">
          <ac:chgData name="军波 王" userId="abc43a65-caf0-4467-916d-72d11a280d59" providerId="ADAL" clId="{4F26926E-3AC7-AA40-BAD9-76A34E3BB570}" dt="2022-11-09T09:09:41.968" v="480" actId="27636"/>
          <ac:spMkLst>
            <pc:docMk/>
            <pc:sldMk cId="3864330156" sldId="331"/>
            <ac:spMk id="3" creationId="{85814DC9-1FCB-4A9F-9CD9-CE6133CD01E0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3864330156" sldId="331"/>
            <ac:spMk id="4" creationId="{494A8F5A-F3EE-7042-877D-4DBBC6C782AE}"/>
          </ac:spMkLst>
        </pc:spChg>
      </pc:sldChg>
      <pc:sldChg chg="addSp modSp add mod">
        <pc:chgData name="军波 王" userId="abc43a65-caf0-4467-916d-72d11a280d59" providerId="ADAL" clId="{4F26926E-3AC7-AA40-BAD9-76A34E3BB570}" dt="2022-11-07T08:47:35.411" v="214" actId="14100"/>
        <pc:sldMkLst>
          <pc:docMk/>
          <pc:sldMk cId="669238538" sldId="332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669238538" sldId="332"/>
            <ac:spMk id="5" creationId="{025F06F5-D609-4B43-B8F4-7CE18D92DC20}"/>
          </ac:spMkLst>
        </pc:spChg>
        <pc:spChg chg="mod">
          <ac:chgData name="军波 王" userId="abc43a65-caf0-4467-916d-72d11a280d59" providerId="ADAL" clId="{4F26926E-3AC7-AA40-BAD9-76A34E3BB570}" dt="2022-11-07T08:47:31.241" v="213" actId="1036"/>
          <ac:spMkLst>
            <pc:docMk/>
            <pc:sldMk cId="669238538" sldId="332"/>
            <ac:spMk id="28" creationId="{94430CD2-C584-443F-BD4F-023B742FA042}"/>
          </ac:spMkLst>
        </pc:spChg>
        <pc:spChg chg="mod">
          <ac:chgData name="军波 王" userId="abc43a65-caf0-4467-916d-72d11a280d59" providerId="ADAL" clId="{4F26926E-3AC7-AA40-BAD9-76A34E3BB570}" dt="2022-11-07T08:47:35.411" v="214" actId="14100"/>
          <ac:spMkLst>
            <pc:docMk/>
            <pc:sldMk cId="669238538" sldId="332"/>
            <ac:spMk id="75" creationId="{02387B01-4856-455F-AAB4-EDD3B4D0E20D}"/>
          </ac:spMkLst>
        </pc:spChg>
        <pc:grpChg chg="mod">
          <ac:chgData name="军波 王" userId="abc43a65-caf0-4467-916d-72d11a280d59" providerId="ADAL" clId="{4F26926E-3AC7-AA40-BAD9-76A34E3BB570}" dt="2022-11-07T08:47:31.241" v="213" actId="1036"/>
          <ac:grpSpMkLst>
            <pc:docMk/>
            <pc:sldMk cId="669238538" sldId="332"/>
            <ac:grpSpMk id="71" creationId="{5F25D38E-21B5-4374-9410-C793388A8A25}"/>
          </ac:grpSpMkLst>
        </pc:grpChg>
        <pc:grpChg chg="mod">
          <ac:chgData name="军波 王" userId="abc43a65-caf0-4467-916d-72d11a280d59" providerId="ADAL" clId="{4F26926E-3AC7-AA40-BAD9-76A34E3BB570}" dt="2022-11-07T08:47:31.241" v="213" actId="1036"/>
          <ac:grpSpMkLst>
            <pc:docMk/>
            <pc:sldMk cId="669238538" sldId="332"/>
            <ac:grpSpMk id="72" creationId="{88AD54FC-262C-4484-A96A-4FDBE2F65DDD}"/>
          </ac:grpSpMkLst>
        </pc:grpChg>
        <pc:grpChg chg="mod">
          <ac:chgData name="军波 王" userId="abc43a65-caf0-4467-916d-72d11a280d59" providerId="ADAL" clId="{4F26926E-3AC7-AA40-BAD9-76A34E3BB570}" dt="2022-11-07T08:47:31.241" v="213" actId="1036"/>
          <ac:grpSpMkLst>
            <pc:docMk/>
            <pc:sldMk cId="669238538" sldId="332"/>
            <ac:grpSpMk id="73" creationId="{6F382276-2E82-44BC-BC66-7123FE7BD472}"/>
          </ac:grpSpMkLst>
        </pc:grpChg>
      </pc:sldChg>
      <pc:sldChg chg="addSp modSp add mod">
        <pc:chgData name="军波 王" userId="abc43a65-caf0-4467-916d-72d11a280d59" providerId="ADAL" clId="{4F26926E-3AC7-AA40-BAD9-76A34E3BB570}" dt="2022-11-07T08:32:27.700" v="200" actId="1076"/>
        <pc:sldMkLst>
          <pc:docMk/>
          <pc:sldMk cId="657464498" sldId="333"/>
        </pc:sldMkLst>
        <pc:spChg chg="mod">
          <ac:chgData name="军波 王" userId="abc43a65-caf0-4467-916d-72d11a280d59" providerId="ADAL" clId="{4F26926E-3AC7-AA40-BAD9-76A34E3BB570}" dt="2022-11-03T07:14:54.472" v="94" actId="20577"/>
          <ac:spMkLst>
            <pc:docMk/>
            <pc:sldMk cId="657464498" sldId="333"/>
            <ac:spMk id="3" creationId="{C6D4344B-2D64-4FB9-8F3E-82A073829911}"/>
          </ac:spMkLst>
        </pc:spChg>
        <pc:spChg chg="mod">
          <ac:chgData name="军波 王" userId="abc43a65-caf0-4467-916d-72d11a280d59" providerId="ADAL" clId="{4F26926E-3AC7-AA40-BAD9-76A34E3BB570}" dt="2022-11-03T07:15:01.053" v="111" actId="1035"/>
          <ac:spMkLst>
            <pc:docMk/>
            <pc:sldMk cId="657464498" sldId="333"/>
            <ac:spMk id="4" creationId="{FB0E2125-27E9-41B0-B367-B4C2469FC8BD}"/>
          </ac:spMkLst>
        </pc:spChg>
        <pc:spChg chg="mod">
          <ac:chgData name="军波 王" userId="abc43a65-caf0-4467-916d-72d11a280d59" providerId="ADAL" clId="{4F26926E-3AC7-AA40-BAD9-76A34E3BB570}" dt="2022-11-07T08:32:27.700" v="200" actId="1076"/>
          <ac:spMkLst>
            <pc:docMk/>
            <pc:sldMk cId="657464498" sldId="333"/>
            <ac:spMk id="5" creationId="{66CFAC21-518E-49B1-887B-5454AEE26DBD}"/>
          </ac:spMkLst>
        </pc:spChg>
        <pc:spChg chg="mod">
          <ac:chgData name="军波 王" userId="abc43a65-caf0-4467-916d-72d11a280d59" providerId="ADAL" clId="{4F26926E-3AC7-AA40-BAD9-76A34E3BB570}" dt="2022-11-03T07:15:01.053" v="111" actId="1035"/>
          <ac:spMkLst>
            <pc:docMk/>
            <pc:sldMk cId="657464498" sldId="333"/>
            <ac:spMk id="6" creationId="{1FBCD11F-60E1-4543-A477-55FA15FC386A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657464498" sldId="333"/>
            <ac:spMk id="14" creationId="{7A7208D6-D5DE-2941-9144-4C9193588BA8}"/>
          </ac:spMkLst>
        </pc:spChg>
        <pc:spChg chg="mod">
          <ac:chgData name="军波 王" userId="abc43a65-caf0-4467-916d-72d11a280d59" providerId="ADAL" clId="{4F26926E-3AC7-AA40-BAD9-76A34E3BB570}" dt="2022-11-03T07:15:01.053" v="111" actId="1035"/>
          <ac:spMkLst>
            <pc:docMk/>
            <pc:sldMk cId="657464498" sldId="333"/>
            <ac:spMk id="16" creationId="{8E722D7D-8389-40C3-BF27-3E2470EC8478}"/>
          </ac:spMkLst>
        </pc:spChg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1727460292" sldId="334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727460292" sldId="334"/>
            <ac:spMk id="2" creationId="{2926FD64-2D8B-1044-94C3-F8166736E709}"/>
          </ac:spMkLst>
        </pc:spChg>
      </pc:sldChg>
      <pc:sldChg chg="addSp modSp add del">
        <pc:chgData name="军波 王" userId="abc43a65-caf0-4467-916d-72d11a280d59" providerId="ADAL" clId="{4F26926E-3AC7-AA40-BAD9-76A34E3BB570}" dt="2022-11-07T09:45:55.133" v="270" actId="2696"/>
        <pc:sldMkLst>
          <pc:docMk/>
          <pc:sldMk cId="2654412512" sldId="335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654412512" sldId="335"/>
            <ac:spMk id="5" creationId="{36024E4B-4C21-4E40-B524-4B1AEF1B9B87}"/>
          </ac:spMkLst>
        </pc:spChg>
      </pc:sldChg>
      <pc:sldChg chg="addSp modSp add mod">
        <pc:chgData name="军波 王" userId="abc43a65-caf0-4467-916d-72d11a280d59" providerId="ADAL" clId="{4F26926E-3AC7-AA40-BAD9-76A34E3BB570}" dt="2022-11-06T16:16:16.145" v="158" actId="20577"/>
        <pc:sldMkLst>
          <pc:docMk/>
          <pc:sldMk cId="198631622" sldId="336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98631622" sldId="336"/>
            <ac:spMk id="2" creationId="{3FE42BE8-C39A-A744-8D74-680316BA7323}"/>
          </ac:spMkLst>
        </pc:spChg>
        <pc:spChg chg="mod">
          <ac:chgData name="军波 王" userId="abc43a65-caf0-4467-916d-72d11a280d59" providerId="ADAL" clId="{4F26926E-3AC7-AA40-BAD9-76A34E3BB570}" dt="2022-11-06T16:16:16.145" v="158" actId="20577"/>
          <ac:spMkLst>
            <pc:docMk/>
            <pc:sldMk cId="198631622" sldId="336"/>
            <ac:spMk id="4" creationId="{BBC06BF8-AA21-47A6-BA1A-2EBA4FB08267}"/>
          </ac:spMkLst>
        </pc:spChg>
      </pc:sldChg>
      <pc:sldChg chg="addSp modSp add mod">
        <pc:chgData name="军波 王" userId="abc43a65-caf0-4467-916d-72d11a280d59" providerId="ADAL" clId="{4F26926E-3AC7-AA40-BAD9-76A34E3BB570}" dt="2022-11-07T09:39:09.241" v="219" actId="1076"/>
        <pc:sldMkLst>
          <pc:docMk/>
          <pc:sldMk cId="1038801652" sldId="337"/>
        </pc:sldMkLst>
        <pc:spChg chg="mod">
          <ac:chgData name="军波 王" userId="abc43a65-caf0-4467-916d-72d11a280d59" providerId="ADAL" clId="{4F26926E-3AC7-AA40-BAD9-76A34E3BB570}" dt="2022-11-07T09:39:05.006" v="218" actId="1076"/>
          <ac:spMkLst>
            <pc:docMk/>
            <pc:sldMk cId="1038801652" sldId="337"/>
            <ac:spMk id="3" creationId="{85814DC9-1FCB-4A9F-9CD9-CE6133CD01E0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038801652" sldId="337"/>
            <ac:spMk id="10" creationId="{31BEA679-A096-5445-9002-D82C04BC30BA}"/>
          </ac:spMkLst>
        </pc:spChg>
        <pc:spChg chg="mod">
          <ac:chgData name="军波 王" userId="abc43a65-caf0-4467-916d-72d11a280d59" providerId="ADAL" clId="{4F26926E-3AC7-AA40-BAD9-76A34E3BB570}" dt="2022-11-07T09:39:09.241" v="219" actId="1076"/>
          <ac:spMkLst>
            <pc:docMk/>
            <pc:sldMk cId="1038801652" sldId="337"/>
            <ac:spMk id="48" creationId="{E5462618-35CE-4241-A0BB-8A7900456AEE}"/>
          </ac:spMkLst>
        </pc:spChg>
        <pc:spChg chg="mod">
          <ac:chgData name="军波 王" userId="abc43a65-caf0-4467-916d-72d11a280d59" providerId="ADAL" clId="{4F26926E-3AC7-AA40-BAD9-76A34E3BB570}" dt="2022-11-07T09:39:09.241" v="219" actId="1076"/>
          <ac:spMkLst>
            <pc:docMk/>
            <pc:sldMk cId="1038801652" sldId="337"/>
            <ac:spMk id="49" creationId="{DB0188B1-1DCE-4A35-8B2B-1DD2B6828B81}"/>
          </ac:spMkLst>
        </pc:spChg>
        <pc:grpChg chg="mod">
          <ac:chgData name="军波 王" userId="abc43a65-caf0-4467-916d-72d11a280d59" providerId="ADAL" clId="{4F26926E-3AC7-AA40-BAD9-76A34E3BB570}" dt="2022-11-07T09:39:09.241" v="219" actId="1076"/>
          <ac:grpSpMkLst>
            <pc:docMk/>
            <pc:sldMk cId="1038801652" sldId="337"/>
            <ac:grpSpMk id="46" creationId="{50D67BF9-E14A-48EA-BBF8-83D4B88F64DE}"/>
          </ac:grpSpMkLst>
        </pc:grpChg>
        <pc:grpChg chg="mod">
          <ac:chgData name="军波 王" userId="abc43a65-caf0-4467-916d-72d11a280d59" providerId="ADAL" clId="{4F26926E-3AC7-AA40-BAD9-76A34E3BB570}" dt="2022-11-07T09:39:09.241" v="219" actId="1076"/>
          <ac:grpSpMkLst>
            <pc:docMk/>
            <pc:sldMk cId="1038801652" sldId="337"/>
            <ac:grpSpMk id="47" creationId="{2A36FE1C-E9B6-449E-A531-B60A19A596A3}"/>
          </ac:grpSpMkLst>
        </pc:grpChg>
        <pc:grpChg chg="mod">
          <ac:chgData name="军波 王" userId="abc43a65-caf0-4467-916d-72d11a280d59" providerId="ADAL" clId="{4F26926E-3AC7-AA40-BAD9-76A34E3BB570}" dt="2022-11-07T09:39:09.241" v="219" actId="1076"/>
          <ac:grpSpMkLst>
            <pc:docMk/>
            <pc:sldMk cId="1038801652" sldId="337"/>
            <ac:grpSpMk id="50" creationId="{07C35926-72D4-4147-B9D7-86240636CBE2}"/>
          </ac:grpSpMkLst>
        </pc:grpChg>
      </pc:sldChg>
      <pc:sldChg chg="addSp modSp add mod">
        <pc:chgData name="军波 王" userId="abc43a65-caf0-4467-916d-72d11a280d59" providerId="ADAL" clId="{4F26926E-3AC7-AA40-BAD9-76A34E3BB570}" dt="2022-11-09T08:26:36.174" v="439" actId="20577"/>
        <pc:sldMkLst>
          <pc:docMk/>
          <pc:sldMk cId="2421130629" sldId="339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421130629" sldId="339"/>
            <ac:spMk id="2" creationId="{9174466F-B8DF-A341-8864-3C4000BDBD97}"/>
          </ac:spMkLst>
        </pc:spChg>
        <pc:spChg chg="mod">
          <ac:chgData name="军波 王" userId="abc43a65-caf0-4467-916d-72d11a280d59" providerId="ADAL" clId="{4F26926E-3AC7-AA40-BAD9-76A34E3BB570}" dt="2022-11-09T08:26:36.174" v="439" actId="20577"/>
          <ac:spMkLst>
            <pc:docMk/>
            <pc:sldMk cId="2421130629" sldId="339"/>
            <ac:spMk id="5" creationId="{E6E15566-8BFE-4AA2-B349-3F0420F0D4E9}"/>
          </ac:spMkLst>
        </pc:spChg>
      </pc:sldChg>
      <pc:sldChg chg="addSp modSp add del">
        <pc:chgData name="军波 王" userId="abc43a65-caf0-4467-916d-72d11a280d59" providerId="ADAL" clId="{4F26926E-3AC7-AA40-BAD9-76A34E3BB570}" dt="2022-11-07T09:45:58.104" v="271" actId="2696"/>
        <pc:sldMkLst>
          <pc:docMk/>
          <pc:sldMk cId="796322366" sldId="342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796322366" sldId="342"/>
            <ac:spMk id="4" creationId="{6751FB4B-F20F-044D-977E-A3C20F403724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141873324" sldId="343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45611534" sldId="344"/>
        </pc:sldMkLst>
      </pc:sldChg>
      <pc:sldChg chg="addSp modSp add del">
        <pc:chgData name="军波 王" userId="abc43a65-caf0-4467-916d-72d11a280d59" providerId="ADAL" clId="{4F26926E-3AC7-AA40-BAD9-76A34E3BB570}" dt="2022-11-07T09:45:55.133" v="270" actId="2696"/>
        <pc:sldMkLst>
          <pc:docMk/>
          <pc:sldMk cId="4067725337" sldId="346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4067725337" sldId="346"/>
            <ac:spMk id="5" creationId="{E90A3997-E06E-2C4E-BDA1-5BF3813A7C6D}"/>
          </ac:spMkLst>
        </pc:spChg>
      </pc:sldChg>
      <pc:sldChg chg="addSp modSp add del mod">
        <pc:chgData name="军波 王" userId="abc43a65-caf0-4467-916d-72d11a280d59" providerId="ADAL" clId="{4F26926E-3AC7-AA40-BAD9-76A34E3BB570}" dt="2022-11-07T09:45:55.133" v="270" actId="2696"/>
        <pc:sldMkLst>
          <pc:docMk/>
          <pc:sldMk cId="4261175091" sldId="347"/>
        </pc:sldMkLst>
        <pc:spChg chg="mod">
          <ac:chgData name="军波 王" userId="abc43a65-caf0-4467-916d-72d11a280d59" providerId="ADAL" clId="{4F26926E-3AC7-AA40-BAD9-76A34E3BB570}" dt="2022-11-03T06:59:33.664" v="5" actId="27636"/>
          <ac:spMkLst>
            <pc:docMk/>
            <pc:sldMk cId="4261175091" sldId="347"/>
            <ac:spMk id="3" creationId="{E8CE4D44-4B7E-462F-BF80-E30D0B966C70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4261175091" sldId="347"/>
            <ac:spMk id="4" creationId="{55C7A7E7-40C1-1142-B7DA-BC4EA0628035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305579912" sldId="350"/>
        </pc:sldMkLst>
      </pc:sldChg>
      <pc:sldChg chg="addSp modSp add">
        <pc:chgData name="军波 王" userId="abc43a65-caf0-4467-916d-72d11a280d59" providerId="ADAL" clId="{4F26926E-3AC7-AA40-BAD9-76A34E3BB570}" dt="2022-11-06T15:27:55.885" v="120" actId="207"/>
        <pc:sldMkLst>
          <pc:docMk/>
          <pc:sldMk cId="3164353723" sldId="351"/>
        </pc:sldMkLst>
        <pc:spChg chg="mod">
          <ac:chgData name="军波 王" userId="abc43a65-caf0-4467-916d-72d11a280d59" providerId="ADAL" clId="{4F26926E-3AC7-AA40-BAD9-76A34E3BB570}" dt="2022-11-06T15:27:55.885" v="120" actId="207"/>
          <ac:spMkLst>
            <pc:docMk/>
            <pc:sldMk cId="3164353723" sldId="351"/>
            <ac:spMk id="3" creationId="{696E622A-9E79-4CFF-B93B-D7B9C7508DCB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3164353723" sldId="351"/>
            <ac:spMk id="5" creationId="{D884CA63-DF72-6545-BAAC-4DB0CB3EB193}"/>
          </ac:spMkLst>
        </pc:spChg>
      </pc:sldChg>
      <pc:sldChg chg="addSp modSp add mod modAnim">
        <pc:chgData name="军波 王" userId="abc43a65-caf0-4467-916d-72d11a280d59" providerId="ADAL" clId="{4F26926E-3AC7-AA40-BAD9-76A34E3BB570}" dt="2022-11-09T07:21:01.951" v="434" actId="20577"/>
        <pc:sldMkLst>
          <pc:docMk/>
          <pc:sldMk cId="441738567" sldId="352"/>
        </pc:sldMkLst>
        <pc:spChg chg="mod">
          <ac:chgData name="军波 王" userId="abc43a65-caf0-4467-916d-72d11a280d59" providerId="ADAL" clId="{4F26926E-3AC7-AA40-BAD9-76A34E3BB570}" dt="2022-11-09T07:21:01.951" v="434" actId="20577"/>
          <ac:spMkLst>
            <pc:docMk/>
            <pc:sldMk cId="441738567" sldId="352"/>
            <ac:spMk id="3" creationId="{F4497E79-306C-49A8-98B4-3110CC439087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441738567" sldId="352"/>
            <ac:spMk id="4" creationId="{04BFE6BF-C47B-F54D-8933-CCC038DCD582}"/>
          </ac:spMkLst>
        </pc:spChg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3050582920" sldId="353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3050582920" sldId="353"/>
            <ac:spMk id="4" creationId="{9C37AF3A-DD5F-494E-917D-A47152DE76E4}"/>
          </ac:spMkLst>
        </pc:spChg>
      </pc:sldChg>
      <pc:sldChg chg="addSp modSp add del">
        <pc:chgData name="军波 王" userId="abc43a65-caf0-4467-916d-72d11a280d59" providerId="ADAL" clId="{4F26926E-3AC7-AA40-BAD9-76A34E3BB570}" dt="2022-11-06T15:47:55.965" v="122" actId="2696"/>
        <pc:sldMkLst>
          <pc:docMk/>
          <pc:sldMk cId="2629215091" sldId="354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629215091" sldId="354"/>
            <ac:spMk id="5" creationId="{43B76739-AA8F-E044-9172-4377209FB6DB}"/>
          </ac:spMkLst>
        </pc:spChg>
      </pc:sldChg>
      <pc:sldChg chg="addSp modSp add modAnim">
        <pc:chgData name="军波 王" userId="abc43a65-caf0-4467-916d-72d11a280d59" providerId="ADAL" clId="{4F26926E-3AC7-AA40-BAD9-76A34E3BB570}" dt="2022-11-03T07:09:22.021" v="22" actId="20577"/>
        <pc:sldMkLst>
          <pc:docMk/>
          <pc:sldMk cId="2255071440" sldId="355"/>
        </pc:sldMkLst>
        <pc:spChg chg="mod">
          <ac:chgData name="军波 王" userId="abc43a65-caf0-4467-916d-72d11a280d59" providerId="ADAL" clId="{4F26926E-3AC7-AA40-BAD9-76A34E3BB570}" dt="2022-11-03T07:09:22.021" v="22" actId="20577"/>
          <ac:spMkLst>
            <pc:docMk/>
            <pc:sldMk cId="2255071440" sldId="355"/>
            <ac:spMk id="3" creationId="{4B83085B-CE3A-406D-A8EF-D094A55FA3B1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255071440" sldId="355"/>
            <ac:spMk id="4" creationId="{37746372-281B-0A46-9CC3-8696FD16151F}"/>
          </ac:spMkLst>
        </pc:spChg>
      </pc:sldChg>
      <pc:sldChg chg="addSp modSp add mod">
        <pc:chgData name="军波 王" userId="abc43a65-caf0-4467-916d-72d11a280d59" providerId="ADAL" clId="{4F26926E-3AC7-AA40-BAD9-76A34E3BB570}" dt="2022-11-07T07:12:24.844" v="179" actId="1076"/>
        <pc:sldMkLst>
          <pc:docMk/>
          <pc:sldMk cId="959534628" sldId="356"/>
        </pc:sldMkLst>
        <pc:spChg chg="mod">
          <ac:chgData name="军波 王" userId="abc43a65-caf0-4467-916d-72d11a280d59" providerId="ADAL" clId="{4F26926E-3AC7-AA40-BAD9-76A34E3BB570}" dt="2022-11-03T06:59:33.336" v="1" actId="27636"/>
          <ac:spMkLst>
            <pc:docMk/>
            <pc:sldMk cId="959534628" sldId="356"/>
            <ac:spMk id="3" creationId="{2BDE3B8B-17BC-47B1-8C4A-F64A2A42F869}"/>
          </ac:spMkLst>
        </pc:spChg>
        <pc:spChg chg="mod">
          <ac:chgData name="军波 王" userId="abc43a65-caf0-4467-916d-72d11a280d59" providerId="ADAL" clId="{4F26926E-3AC7-AA40-BAD9-76A34E3BB570}" dt="2022-11-07T07:11:05.041" v="166" actId="1038"/>
          <ac:spMkLst>
            <pc:docMk/>
            <pc:sldMk cId="959534628" sldId="356"/>
            <ac:spMk id="4" creationId="{5198A5A8-7253-4879-B2C2-849E99583BD4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959534628" sldId="356"/>
            <ac:spMk id="5" creationId="{76CE8F6A-9B5D-C74B-A1C5-33C3CD71F7F6}"/>
          </ac:spMkLst>
        </pc:spChg>
        <pc:spChg chg="mod">
          <ac:chgData name="军波 王" userId="abc43a65-caf0-4467-916d-72d11a280d59" providerId="ADAL" clId="{4F26926E-3AC7-AA40-BAD9-76A34E3BB570}" dt="2022-11-07T07:11:07.987" v="167" actId="1076"/>
          <ac:spMkLst>
            <pc:docMk/>
            <pc:sldMk cId="959534628" sldId="356"/>
            <ac:spMk id="6" creationId="{29DB957A-7487-4B71-BBCF-5450F84852BB}"/>
          </ac:spMkLst>
        </pc:spChg>
        <pc:spChg chg="mod">
          <ac:chgData name="军波 王" userId="abc43a65-caf0-4467-916d-72d11a280d59" providerId="ADAL" clId="{4F26926E-3AC7-AA40-BAD9-76A34E3BB570}" dt="2022-11-07T07:11:13.756" v="168" actId="1076"/>
          <ac:spMkLst>
            <pc:docMk/>
            <pc:sldMk cId="959534628" sldId="356"/>
            <ac:spMk id="8" creationId="{BE70C87D-6CAB-4652-B7DF-5936E3483F94}"/>
          </ac:spMkLst>
        </pc:spChg>
        <pc:spChg chg="mod">
          <ac:chgData name="军波 王" userId="abc43a65-caf0-4467-916d-72d11a280d59" providerId="ADAL" clId="{4F26926E-3AC7-AA40-BAD9-76A34E3BB570}" dt="2022-11-07T07:11:18.563" v="169" actId="1076"/>
          <ac:spMkLst>
            <pc:docMk/>
            <pc:sldMk cId="959534628" sldId="356"/>
            <ac:spMk id="9" creationId="{ACD7E9DE-40A8-4DB2-AECA-FFEB8B38A33E}"/>
          </ac:spMkLst>
        </pc:spChg>
        <pc:spChg chg="mod">
          <ac:chgData name="军波 王" userId="abc43a65-caf0-4467-916d-72d11a280d59" providerId="ADAL" clId="{4F26926E-3AC7-AA40-BAD9-76A34E3BB570}" dt="2022-11-07T07:11:22.870" v="170" actId="1076"/>
          <ac:spMkLst>
            <pc:docMk/>
            <pc:sldMk cId="959534628" sldId="356"/>
            <ac:spMk id="11" creationId="{46C12B56-DEF3-4007-AA1C-76CE55420619}"/>
          </ac:spMkLst>
        </pc:spChg>
        <pc:spChg chg="mod">
          <ac:chgData name="军波 王" userId="abc43a65-caf0-4467-916d-72d11a280d59" providerId="ADAL" clId="{4F26926E-3AC7-AA40-BAD9-76A34E3BB570}" dt="2022-11-07T07:11:27.728" v="171" actId="1076"/>
          <ac:spMkLst>
            <pc:docMk/>
            <pc:sldMk cId="959534628" sldId="356"/>
            <ac:spMk id="13" creationId="{9CC0EC5B-434B-4AB1-BB3C-BE3232BB1708}"/>
          </ac:spMkLst>
        </pc:spChg>
        <pc:spChg chg="mod">
          <ac:chgData name="军波 王" userId="abc43a65-caf0-4467-916d-72d11a280d59" providerId="ADAL" clId="{4F26926E-3AC7-AA40-BAD9-76A34E3BB570}" dt="2022-11-07T07:11:31.902" v="172" actId="1076"/>
          <ac:spMkLst>
            <pc:docMk/>
            <pc:sldMk cId="959534628" sldId="356"/>
            <ac:spMk id="14" creationId="{30B5A6A7-0B85-4931-82DB-81EF569CF36F}"/>
          </ac:spMkLst>
        </pc:spChg>
        <pc:spChg chg="mod">
          <ac:chgData name="军波 王" userId="abc43a65-caf0-4467-916d-72d11a280d59" providerId="ADAL" clId="{4F26926E-3AC7-AA40-BAD9-76A34E3BB570}" dt="2022-11-07T07:12:24.844" v="179" actId="1076"/>
          <ac:spMkLst>
            <pc:docMk/>
            <pc:sldMk cId="959534628" sldId="356"/>
            <ac:spMk id="15" creationId="{9F350CA2-5B3E-4D81-A35E-69F9CFEF2F0B}"/>
          </ac:spMkLst>
        </pc:spChg>
        <pc:spChg chg="mod">
          <ac:chgData name="军波 王" userId="abc43a65-caf0-4467-916d-72d11a280d59" providerId="ADAL" clId="{4F26926E-3AC7-AA40-BAD9-76A34E3BB570}" dt="2022-11-07T07:12:20.436" v="178" actId="1076"/>
          <ac:spMkLst>
            <pc:docMk/>
            <pc:sldMk cId="959534628" sldId="356"/>
            <ac:spMk id="17" creationId="{55841003-1CF7-4EA0-B3CD-5464ADB77818}"/>
          </ac:spMkLst>
        </pc:spChg>
        <pc:spChg chg="mod">
          <ac:chgData name="军波 王" userId="abc43a65-caf0-4467-916d-72d11a280d59" providerId="ADAL" clId="{4F26926E-3AC7-AA40-BAD9-76A34E3BB570}" dt="2022-11-07T07:12:16.465" v="177" actId="1076"/>
          <ac:spMkLst>
            <pc:docMk/>
            <pc:sldMk cId="959534628" sldId="356"/>
            <ac:spMk id="19" creationId="{2B46E6AA-02B4-4EEF-B416-FCE1D7217169}"/>
          </ac:spMkLst>
        </pc:spChg>
        <pc:spChg chg="mod">
          <ac:chgData name="军波 王" userId="abc43a65-caf0-4467-916d-72d11a280d59" providerId="ADAL" clId="{4F26926E-3AC7-AA40-BAD9-76A34E3BB570}" dt="2022-11-07T07:12:12.270" v="176" actId="1076"/>
          <ac:spMkLst>
            <pc:docMk/>
            <pc:sldMk cId="959534628" sldId="356"/>
            <ac:spMk id="20" creationId="{9A71E9E6-E182-4201-A671-913DEE0FCE9C}"/>
          </ac:spMkLst>
        </pc:spChg>
        <pc:spChg chg="mod">
          <ac:chgData name="军波 王" userId="abc43a65-caf0-4467-916d-72d11a280d59" providerId="ADAL" clId="{4F26926E-3AC7-AA40-BAD9-76A34E3BB570}" dt="2022-11-07T07:12:02.517" v="175" actId="1076"/>
          <ac:spMkLst>
            <pc:docMk/>
            <pc:sldMk cId="959534628" sldId="356"/>
            <ac:spMk id="21" creationId="{FE33A675-1C43-4E6C-B4B8-B10C8A863E3F}"/>
          </ac:spMkLst>
        </pc:spChg>
      </pc:sldChg>
      <pc:sldChg chg="addSp modSp add mod">
        <pc:chgData name="军波 王" userId="abc43a65-caf0-4467-916d-72d11a280d59" providerId="ADAL" clId="{4F26926E-3AC7-AA40-BAD9-76A34E3BB570}" dt="2022-11-07T07:17:10.111" v="183" actId="1076"/>
        <pc:sldMkLst>
          <pc:docMk/>
          <pc:sldMk cId="1741661841" sldId="357"/>
        </pc:sldMkLst>
        <pc:spChg chg="mod">
          <ac:chgData name="军波 王" userId="abc43a65-caf0-4467-916d-72d11a280d59" providerId="ADAL" clId="{4F26926E-3AC7-AA40-BAD9-76A34E3BB570}" dt="2022-11-07T07:17:08.019" v="182" actId="14100"/>
          <ac:spMkLst>
            <pc:docMk/>
            <pc:sldMk cId="1741661841" sldId="357"/>
            <ac:spMk id="3" creationId="{6A6F8361-E119-4D1B-A367-FAADC4DFDB94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741661841" sldId="357"/>
            <ac:spMk id="5" creationId="{B4F4EA16-7D30-724D-8C2A-4A630FD35C16}"/>
          </ac:spMkLst>
        </pc:spChg>
        <pc:graphicFrameChg chg="mod">
          <ac:chgData name="军波 王" userId="abc43a65-caf0-4467-916d-72d11a280d59" providerId="ADAL" clId="{4F26926E-3AC7-AA40-BAD9-76A34E3BB570}" dt="2022-11-07T07:17:10.111" v="183" actId="1076"/>
          <ac:graphicFrameMkLst>
            <pc:docMk/>
            <pc:sldMk cId="1741661841" sldId="357"/>
            <ac:graphicFrameMk id="4" creationId="{7849143C-0B0E-418E-89CF-067C44BA97B1}"/>
          </ac:graphicFrameMkLst>
        </pc:graphicFrameChg>
      </pc:sldChg>
      <pc:sldChg chg="addSp modSp add mod modAnim">
        <pc:chgData name="军波 王" userId="abc43a65-caf0-4467-916d-72d11a280d59" providerId="ADAL" clId="{4F26926E-3AC7-AA40-BAD9-76A34E3BB570}" dt="2022-11-03T07:11:06.801" v="90" actId="1035"/>
        <pc:sldMkLst>
          <pc:docMk/>
          <pc:sldMk cId="1909564149" sldId="358"/>
        </pc:sldMkLst>
        <pc:spChg chg="mod">
          <ac:chgData name="军波 王" userId="abc43a65-caf0-4467-916d-72d11a280d59" providerId="ADAL" clId="{4F26926E-3AC7-AA40-BAD9-76A34E3BB570}" dt="2022-11-03T07:10:53.556" v="74" actId="14100"/>
          <ac:spMkLst>
            <pc:docMk/>
            <pc:sldMk cId="1909564149" sldId="358"/>
            <ac:spMk id="3" creationId="{35CD8D8C-DA76-4066-83EC-01CC9E503988}"/>
          </ac:spMkLst>
        </pc:spChg>
        <pc:spChg chg="mod">
          <ac:chgData name="军波 王" userId="abc43a65-caf0-4467-916d-72d11a280d59" providerId="ADAL" clId="{4F26926E-3AC7-AA40-BAD9-76A34E3BB570}" dt="2022-11-03T07:10:47.988" v="73" actId="1076"/>
          <ac:spMkLst>
            <pc:docMk/>
            <pc:sldMk cId="1909564149" sldId="358"/>
            <ac:spMk id="4" creationId="{9EDA4EC8-1450-4F7E-BDDA-2EAEE85F5A00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909564149" sldId="358"/>
            <ac:spMk id="7" creationId="{63E7FAB9-FA95-C04F-ACC1-1A508F5E8801}"/>
          </ac:spMkLst>
        </pc:spChg>
        <pc:spChg chg="mod">
          <ac:chgData name="军波 王" userId="abc43a65-caf0-4467-916d-72d11a280d59" providerId="ADAL" clId="{4F26926E-3AC7-AA40-BAD9-76A34E3BB570}" dt="2022-11-03T07:11:06.801" v="90" actId="1035"/>
          <ac:spMkLst>
            <pc:docMk/>
            <pc:sldMk cId="1909564149" sldId="358"/>
            <ac:spMk id="227" creationId="{C953DD74-1A3B-4BD3-BF6D-2A469456F6AA}"/>
          </ac:spMkLst>
        </pc:spChg>
        <pc:grpChg chg="mod">
          <ac:chgData name="军波 王" userId="abc43a65-caf0-4467-916d-72d11a280d59" providerId="ADAL" clId="{4F26926E-3AC7-AA40-BAD9-76A34E3BB570}" dt="2022-11-03T07:11:06.801" v="90" actId="1035"/>
          <ac:grpSpMkLst>
            <pc:docMk/>
            <pc:sldMk cId="1909564149" sldId="358"/>
            <ac:grpSpMk id="223" creationId="{35DE86AF-56EC-49C6-8F38-FDD945788832}"/>
          </ac:grpSpMkLst>
        </pc:grpChg>
        <pc:grpChg chg="mod">
          <ac:chgData name="军波 王" userId="abc43a65-caf0-4467-916d-72d11a280d59" providerId="ADAL" clId="{4F26926E-3AC7-AA40-BAD9-76A34E3BB570}" dt="2022-11-03T07:11:06.801" v="90" actId="1035"/>
          <ac:grpSpMkLst>
            <pc:docMk/>
            <pc:sldMk cId="1909564149" sldId="358"/>
            <ac:grpSpMk id="224" creationId="{87286D09-5D64-4283-B475-DD214A1F63FC}"/>
          </ac:grpSpMkLst>
        </pc:grpChg>
        <pc:grpChg chg="mod">
          <ac:chgData name="军波 王" userId="abc43a65-caf0-4467-916d-72d11a280d59" providerId="ADAL" clId="{4F26926E-3AC7-AA40-BAD9-76A34E3BB570}" dt="2022-11-03T07:11:06.801" v="90" actId="1035"/>
          <ac:grpSpMkLst>
            <pc:docMk/>
            <pc:sldMk cId="1909564149" sldId="358"/>
            <ac:grpSpMk id="225" creationId="{F742C9B8-C1F2-4245-924A-B5B292B63654}"/>
          </ac:grpSpMkLst>
        </pc:grpChg>
        <pc:grpChg chg="mod">
          <ac:chgData name="军波 王" userId="abc43a65-caf0-4467-916d-72d11a280d59" providerId="ADAL" clId="{4F26926E-3AC7-AA40-BAD9-76A34E3BB570}" dt="2022-11-03T07:11:06.801" v="90" actId="1035"/>
          <ac:grpSpMkLst>
            <pc:docMk/>
            <pc:sldMk cId="1909564149" sldId="358"/>
            <ac:grpSpMk id="226" creationId="{F3045DB1-2FB8-49F4-91AF-9D2CD5E031D4}"/>
          </ac:grpSpMkLst>
        </pc:grpChg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1765470740" sldId="359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765470740" sldId="359"/>
            <ac:spMk id="6" creationId="{AC11A1E6-6F3C-A543-8114-E786223BAC07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674548977" sldId="360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803509356" sldId="361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855120464" sldId="362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209228358" sldId="363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722171577" sldId="364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190627727" sldId="365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109125718" sldId="366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367098830" sldId="367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087111017" sldId="368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768651250" sldId="369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393424818" sldId="370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789843289" sldId="371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544120581" sldId="373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474844546" sldId="374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920499126" sldId="375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903807538" sldId="376"/>
        </pc:sldMkLst>
      </pc:sldChg>
      <pc:sldChg chg="addSp delSp modSp add mod addAnim delAnim modAnim">
        <pc:chgData name="军波 王" userId="abc43a65-caf0-4467-916d-72d11a280d59" providerId="ADAL" clId="{4F26926E-3AC7-AA40-BAD9-76A34E3BB570}" dt="2022-11-07T09:45:01.205" v="269"/>
        <pc:sldMkLst>
          <pc:docMk/>
          <pc:sldMk cId="1798394856" sldId="377"/>
        </pc:sldMkLst>
        <pc:spChg chg="mod">
          <ac:chgData name="军波 王" userId="abc43a65-caf0-4467-916d-72d11a280d59" providerId="ADAL" clId="{4F26926E-3AC7-AA40-BAD9-76A34E3BB570}" dt="2022-11-07T09:41:07.517" v="224" actId="20577"/>
          <ac:spMkLst>
            <pc:docMk/>
            <pc:sldMk cId="1798394856" sldId="377"/>
            <ac:spMk id="3" creationId="{12913CD7-1EA9-4EE8-B49A-E313855B542C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798394856" sldId="377"/>
            <ac:spMk id="4" creationId="{4ADC1B25-6048-FD4A-9152-E9192D038C13}"/>
          </ac:spMkLst>
        </pc:spChg>
        <pc:spChg chg="add del">
          <ac:chgData name="军波 王" userId="abc43a65-caf0-4467-916d-72d11a280d59" providerId="ADAL" clId="{4F26926E-3AC7-AA40-BAD9-76A34E3BB570}" dt="2022-11-07T09:43:57.433" v="244" actId="22"/>
          <ac:spMkLst>
            <pc:docMk/>
            <pc:sldMk cId="1798394856" sldId="377"/>
            <ac:spMk id="45" creationId="{8B26074F-C07A-C44E-8033-E37413783013}"/>
          </ac:spMkLst>
        </pc:spChg>
        <pc:spChg chg="add mod">
          <ac:chgData name="军波 王" userId="abc43a65-caf0-4467-916d-72d11a280d59" providerId="ADAL" clId="{4F26926E-3AC7-AA40-BAD9-76A34E3BB570}" dt="2022-11-07T09:44:36.039" v="263" actId="113"/>
          <ac:spMkLst>
            <pc:docMk/>
            <pc:sldMk cId="1798394856" sldId="377"/>
            <ac:spMk id="46" creationId="{AA46D756-E93E-FE49-AC87-68F9E7506C2E}"/>
          </ac:spMkLst>
        </pc:spChg>
        <pc:spChg chg="mod">
          <ac:chgData name="军波 王" userId="abc43a65-caf0-4467-916d-72d11a280d59" providerId="ADAL" clId="{4F26926E-3AC7-AA40-BAD9-76A34E3BB570}" dt="2022-11-07T09:40:28.136" v="223" actId="1076"/>
          <ac:spMkLst>
            <pc:docMk/>
            <pc:sldMk cId="1798394856" sldId="377"/>
            <ac:spMk id="51" creationId="{1968C92F-6DE3-4D52-BC37-8FB3EC3CFAA8}"/>
          </ac:spMkLst>
        </pc:spChg>
        <pc:spChg chg="mod">
          <ac:chgData name="军波 王" userId="abc43a65-caf0-4467-916d-72d11a280d59" providerId="ADAL" clId="{4F26926E-3AC7-AA40-BAD9-76A34E3BB570}" dt="2022-11-07T09:44:02.573" v="246" actId="21"/>
          <ac:spMkLst>
            <pc:docMk/>
            <pc:sldMk cId="1798394856" sldId="377"/>
            <ac:spMk id="55" creationId="{DF642801-252A-412E-9A04-B1DF9E3B46B6}"/>
          </ac:spMkLst>
        </pc:spChg>
        <pc:grpChg chg="add del mod">
          <ac:chgData name="军波 王" userId="abc43a65-caf0-4467-916d-72d11a280d59" providerId="ADAL" clId="{4F26926E-3AC7-AA40-BAD9-76A34E3BB570}" dt="2022-11-07T09:43:47.599" v="240" actId="478"/>
          <ac:grpSpMkLst>
            <pc:docMk/>
            <pc:sldMk cId="1798394856" sldId="377"/>
            <ac:grpSpMk id="6" creationId="{86A76431-700B-574B-BD47-4B51C7E80249}"/>
          </ac:grpSpMkLst>
        </pc:grpChg>
        <pc:grpChg chg="add del mod">
          <ac:chgData name="军波 王" userId="abc43a65-caf0-4467-916d-72d11a280d59" providerId="ADAL" clId="{4F26926E-3AC7-AA40-BAD9-76A34E3BB570}" dt="2022-11-07T09:43:49.621" v="241" actId="478"/>
          <ac:grpSpMkLst>
            <pc:docMk/>
            <pc:sldMk cId="1798394856" sldId="377"/>
            <ac:grpSpMk id="8" creationId="{BD5737D4-5131-4645-A8EA-436CEC0CCC2D}"/>
          </ac:grpSpMkLst>
        </pc:grpChg>
        <pc:grpChg chg="mod topLvl">
          <ac:chgData name="军波 王" userId="abc43a65-caf0-4467-916d-72d11a280d59" providerId="ADAL" clId="{4F26926E-3AC7-AA40-BAD9-76A34E3BB570}" dt="2022-11-07T09:43:47.599" v="240" actId="478"/>
          <ac:grpSpMkLst>
            <pc:docMk/>
            <pc:sldMk cId="1798394856" sldId="377"/>
            <ac:grpSpMk id="52" creationId="{E25B25D7-B985-472D-A9B5-6B5DA16D3FC7}"/>
          </ac:grpSpMkLst>
        </pc:grpChg>
        <pc:grpChg chg="mod topLvl">
          <ac:chgData name="军波 王" userId="abc43a65-caf0-4467-916d-72d11a280d59" providerId="ADAL" clId="{4F26926E-3AC7-AA40-BAD9-76A34E3BB570}" dt="2022-11-07T09:43:49.621" v="241" actId="478"/>
          <ac:grpSpMkLst>
            <pc:docMk/>
            <pc:sldMk cId="1798394856" sldId="377"/>
            <ac:grpSpMk id="54" creationId="{508A9D3E-1E4A-4ACE-881E-8564AC676081}"/>
          </ac:grpSpMkLst>
        </pc:grpChg>
        <pc:cxnChg chg="add del mod topLvl">
          <ac:chgData name="军波 王" userId="abc43a65-caf0-4467-916d-72d11a280d59" providerId="ADAL" clId="{4F26926E-3AC7-AA40-BAD9-76A34E3BB570}" dt="2022-11-07T09:43:47.599" v="240" actId="478"/>
          <ac:cxnSpMkLst>
            <pc:docMk/>
            <pc:sldMk cId="1798394856" sldId="377"/>
            <ac:cxnSpMk id="42" creationId="{04A0E7DF-7085-A14E-A499-5499BB70C739}"/>
          </ac:cxnSpMkLst>
        </pc:cxnChg>
        <pc:cxnChg chg="add del mod topLvl">
          <ac:chgData name="军波 王" userId="abc43a65-caf0-4467-916d-72d11a280d59" providerId="ADAL" clId="{4F26926E-3AC7-AA40-BAD9-76A34E3BB570}" dt="2022-11-07T09:43:49.621" v="241" actId="478"/>
          <ac:cxnSpMkLst>
            <pc:docMk/>
            <pc:sldMk cId="1798394856" sldId="377"/>
            <ac:cxnSpMk id="43" creationId="{3A7287DE-BDCF-1741-8796-0DEF7533DB46}"/>
          </ac:cxnSpMkLst>
        </pc:cxn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4106273326" sldId="378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933413508" sldId="379"/>
        </pc:sldMkLst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621263140" sldId="384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621263140" sldId="384"/>
            <ac:spMk id="11" creationId="{B16672F1-E1CD-A845-A4D6-F490A97DA051}"/>
          </ac:spMkLst>
        </pc:spChg>
      </pc:sldChg>
      <pc:sldChg chg="modSp add del">
        <pc:chgData name="军波 王" userId="abc43a65-caf0-4467-916d-72d11a280d59" providerId="ADAL" clId="{4F26926E-3AC7-AA40-BAD9-76A34E3BB570}" dt="2022-11-03T07:15:39.230" v="114" actId="2696"/>
        <pc:sldMkLst>
          <pc:docMk/>
          <pc:sldMk cId="4283478298" sldId="385"/>
        </pc:sldMkLst>
        <pc:spChg chg="mod">
          <ac:chgData name="军波 王" userId="abc43a65-caf0-4467-916d-72d11a280d59" providerId="ADAL" clId="{4F26926E-3AC7-AA40-BAD9-76A34E3BB570}" dt="2022-11-03T06:59:32.891" v="0"/>
          <ac:spMkLst>
            <pc:docMk/>
            <pc:sldMk cId="4283478298" sldId="385"/>
            <ac:spMk id="4" creationId="{A3AFC800-2FB3-4B1F-BEB9-7A4C729F5B02}"/>
          </ac:spMkLst>
        </pc:spChg>
        <pc:spChg chg="mod">
          <ac:chgData name="军波 王" userId="abc43a65-caf0-4467-916d-72d11a280d59" providerId="ADAL" clId="{4F26926E-3AC7-AA40-BAD9-76A34E3BB570}" dt="2022-11-03T06:59:32.891" v="0"/>
          <ac:spMkLst>
            <pc:docMk/>
            <pc:sldMk cId="4283478298" sldId="385"/>
            <ac:spMk id="5" creationId="{34D33EA6-2792-486D-9C1F-D6D51D091BCF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821422308" sldId="392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622333959" sldId="393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193696111" sldId="394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537808657" sldId="395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519714854" sldId="396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920289907" sldId="399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4022988785" sldId="400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3376881129" sldId="401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450791701" sldId="403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4252307717" sldId="404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4201115366" sldId="407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509177199" sldId="501"/>
        </pc:sldMkLst>
      </pc:sldChg>
      <pc:sldChg chg="addSp delSp modSp add mod modClrScheme modAnim chgLayout">
        <pc:chgData name="军波 王" userId="abc43a65-caf0-4467-916d-72d11a280d59" providerId="ADAL" clId="{4F26926E-3AC7-AA40-BAD9-76A34E3BB570}" dt="2022-11-09T09:11:29.565" v="491"/>
        <pc:sldMkLst>
          <pc:docMk/>
          <pc:sldMk cId="999746012" sldId="628"/>
        </pc:sldMkLst>
        <pc:spChg chg="mod">
          <ac:chgData name="军波 王" userId="abc43a65-caf0-4467-916d-72d11a280d59" providerId="ADAL" clId="{4F26926E-3AC7-AA40-BAD9-76A34E3BB570}" dt="2022-11-09T09:08:03.343" v="462" actId="21"/>
          <ac:spMkLst>
            <pc:docMk/>
            <pc:sldMk cId="999746012" sldId="628"/>
            <ac:spMk id="2" creationId="{BEDCD4E1-F689-46F5-9BFD-40AD60F8D44D}"/>
          </ac:spMkLst>
        </pc:spChg>
        <pc:spChg chg="add mod ord">
          <ac:chgData name="军波 王" userId="abc43a65-caf0-4467-916d-72d11a280d59" providerId="ADAL" clId="{4F26926E-3AC7-AA40-BAD9-76A34E3BB570}" dt="2022-11-09T09:11:29.565" v="491"/>
          <ac:spMkLst>
            <pc:docMk/>
            <pc:sldMk cId="999746012" sldId="628"/>
            <ac:spMk id="62" creationId="{8677047D-F66D-3547-ADEC-76A0125B6028}"/>
          </ac:spMkLst>
        </pc:spChg>
        <pc:spChg chg="del mod">
          <ac:chgData name="军波 王" userId="abc43a65-caf0-4467-916d-72d11a280d59" providerId="ADAL" clId="{4F26926E-3AC7-AA40-BAD9-76A34E3BB570}" dt="2022-11-09T09:08:27.960" v="470"/>
          <ac:spMkLst>
            <pc:docMk/>
            <pc:sldMk cId="999746012" sldId="628"/>
            <ac:spMk id="63" creationId="{5DF90DC7-6AA1-4759-B1B8-C3D44E095BCF}"/>
          </ac:spMkLst>
        </pc:spChg>
        <pc:spChg chg="add mod ord">
          <ac:chgData name="军波 王" userId="abc43a65-caf0-4467-916d-72d11a280d59" providerId="ADAL" clId="{4F26926E-3AC7-AA40-BAD9-76A34E3BB570}" dt="2022-11-09T09:09:03.897" v="477" actId="12"/>
          <ac:spMkLst>
            <pc:docMk/>
            <pc:sldMk cId="999746012" sldId="628"/>
            <ac:spMk id="65" creationId="{5143D8F2-B92F-1042-91BE-D4FCEBB2C930}"/>
          </ac:spMkLst>
        </pc:spChg>
        <pc:spChg chg="add del mod">
          <ac:chgData name="军波 王" userId="abc43a65-caf0-4467-916d-72d11a280d59" providerId="ADAL" clId="{4F26926E-3AC7-AA40-BAD9-76A34E3BB570}" dt="2022-11-09T09:08:28.333" v="472"/>
          <ac:spMkLst>
            <pc:docMk/>
            <pc:sldMk cId="999746012" sldId="628"/>
            <ac:spMk id="66" creationId="{C8F961A5-EAB8-A543-A47D-AC4E127A895F}"/>
          </ac:spMkLst>
        </pc:spChg>
      </pc:sldChg>
      <pc:sldChg chg="modSp add mod modClrScheme modAnim chgLayout">
        <pc:chgData name="军波 王" userId="abc43a65-caf0-4467-916d-72d11a280d59" providerId="ADAL" clId="{4F26926E-3AC7-AA40-BAD9-76A34E3BB570}" dt="2022-11-10T04:03:37.947" v="540" actId="207"/>
        <pc:sldMkLst>
          <pc:docMk/>
          <pc:sldMk cId="2170541332" sldId="638"/>
        </pc:sldMkLst>
        <pc:spChg chg="mod ord">
          <ac:chgData name="军波 王" userId="abc43a65-caf0-4467-916d-72d11a280d59" providerId="ADAL" clId="{4F26926E-3AC7-AA40-BAD9-76A34E3BB570}" dt="2022-11-07T11:33:35.482" v="285" actId="20577"/>
          <ac:spMkLst>
            <pc:docMk/>
            <pc:sldMk cId="2170541332" sldId="638"/>
            <ac:spMk id="2" creationId="{2E6619C1-D46B-4D2D-A309-B87728C91EA8}"/>
          </ac:spMkLst>
        </pc:spChg>
        <pc:spChg chg="mod ord">
          <ac:chgData name="军波 王" userId="abc43a65-caf0-4467-916d-72d11a280d59" providerId="ADAL" clId="{4F26926E-3AC7-AA40-BAD9-76A34E3BB570}" dt="2022-11-10T04:03:37.947" v="540" actId="207"/>
          <ac:spMkLst>
            <pc:docMk/>
            <pc:sldMk cId="2170541332" sldId="638"/>
            <ac:spMk id="3" creationId="{9FBF7F04-AECC-4D1D-B573-540D0B4665C5}"/>
          </ac:spMkLst>
        </pc:spChg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749604267" sldId="639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2072888725" sldId="640"/>
        </pc:sldMkLst>
      </pc:sldChg>
      <pc:sldChg chg="del">
        <pc:chgData name="军波 王" userId="abc43a65-caf0-4467-916d-72d11a280d59" providerId="ADAL" clId="{4F26926E-3AC7-AA40-BAD9-76A34E3BB570}" dt="2022-11-03T07:00:13.360" v="7" actId="2696"/>
        <pc:sldMkLst>
          <pc:docMk/>
          <pc:sldMk cId="1379511320" sldId="641"/>
        </pc:sldMkLst>
      </pc:sldChg>
      <pc:sldChg chg="modSp add del">
        <pc:chgData name="军波 王" userId="abc43a65-caf0-4467-916d-72d11a280d59" providerId="ADAL" clId="{4F26926E-3AC7-AA40-BAD9-76A34E3BB570}" dt="2022-11-03T07:00:28.769" v="8" actId="2696"/>
        <pc:sldMkLst>
          <pc:docMk/>
          <pc:sldMk cId="3910607093" sldId="642"/>
        </pc:sldMkLst>
        <pc:spChg chg="mod">
          <ac:chgData name="军波 王" userId="abc43a65-caf0-4467-916d-72d11a280d59" providerId="ADAL" clId="{4F26926E-3AC7-AA40-BAD9-76A34E3BB570}" dt="2022-11-03T06:59:32.891" v="0"/>
          <ac:spMkLst>
            <pc:docMk/>
            <pc:sldMk cId="3910607093" sldId="642"/>
            <ac:spMk id="4" creationId="{A3AFC800-2FB3-4B1F-BEB9-7A4C729F5B02}"/>
          </ac:spMkLst>
        </pc:spChg>
        <pc:spChg chg="mod">
          <ac:chgData name="军波 王" userId="abc43a65-caf0-4467-916d-72d11a280d59" providerId="ADAL" clId="{4F26926E-3AC7-AA40-BAD9-76A34E3BB570}" dt="2022-11-03T06:59:32.891" v="0"/>
          <ac:spMkLst>
            <pc:docMk/>
            <pc:sldMk cId="3910607093" sldId="642"/>
            <ac:spMk id="5" creationId="{34D33EA6-2792-486D-9C1F-D6D51D091BCF}"/>
          </ac:spMkLst>
        </pc:spChg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1214887937" sldId="643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214887937" sldId="643"/>
            <ac:spMk id="5" creationId="{BDC78F13-F695-9C4E-9E78-2DC18348737E}"/>
          </ac:spMkLst>
        </pc:spChg>
      </pc:sldChg>
      <pc:sldChg chg="addSp modSp add mod">
        <pc:chgData name="军波 王" userId="abc43a65-caf0-4467-916d-72d11a280d59" providerId="ADAL" clId="{4F26926E-3AC7-AA40-BAD9-76A34E3BB570}" dt="2022-11-03T07:14:32.660" v="91" actId="1076"/>
        <pc:sldMkLst>
          <pc:docMk/>
          <pc:sldMk cId="3045082440" sldId="644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3045082440" sldId="644"/>
            <ac:spMk id="5" creationId="{29F963F9-8AB4-6045-BE32-D6B0B2443FC3}"/>
          </ac:spMkLst>
        </pc:spChg>
        <pc:spChg chg="mod">
          <ac:chgData name="军波 王" userId="abc43a65-caf0-4467-916d-72d11a280d59" providerId="ADAL" clId="{4F26926E-3AC7-AA40-BAD9-76A34E3BB570}" dt="2022-11-03T07:14:32.660" v="91" actId="1076"/>
          <ac:spMkLst>
            <pc:docMk/>
            <pc:sldMk cId="3045082440" sldId="644"/>
            <ac:spMk id="9" creationId="{978CFB76-124C-48F7-B93D-2D0247749390}"/>
          </ac:spMkLst>
        </pc:spChg>
        <pc:spChg chg="mod">
          <ac:chgData name="军波 王" userId="abc43a65-caf0-4467-916d-72d11a280d59" providerId="ADAL" clId="{4F26926E-3AC7-AA40-BAD9-76A34E3BB570}" dt="2022-11-03T07:14:32.660" v="91" actId="1076"/>
          <ac:spMkLst>
            <pc:docMk/>
            <pc:sldMk cId="3045082440" sldId="644"/>
            <ac:spMk id="11" creationId="{F3B27355-EBD8-4386-AA78-51FCC405C607}"/>
          </ac:spMkLst>
        </pc:spChg>
        <pc:spChg chg="mod">
          <ac:chgData name="军波 王" userId="abc43a65-caf0-4467-916d-72d11a280d59" providerId="ADAL" clId="{4F26926E-3AC7-AA40-BAD9-76A34E3BB570}" dt="2022-11-03T07:14:32.660" v="91" actId="1076"/>
          <ac:spMkLst>
            <pc:docMk/>
            <pc:sldMk cId="3045082440" sldId="644"/>
            <ac:spMk id="12" creationId="{39E7D55E-E5FB-43CF-9B35-885F0BC6109F}"/>
          </ac:spMkLst>
        </pc:spChg>
        <pc:spChg chg="mod">
          <ac:chgData name="军波 王" userId="abc43a65-caf0-4467-916d-72d11a280d59" providerId="ADAL" clId="{4F26926E-3AC7-AA40-BAD9-76A34E3BB570}" dt="2022-11-03T07:14:32.660" v="91" actId="1076"/>
          <ac:spMkLst>
            <pc:docMk/>
            <pc:sldMk cId="3045082440" sldId="644"/>
            <ac:spMk id="13" creationId="{80193E08-27D7-4D31-A917-3C733EC125A9}"/>
          </ac:spMkLst>
        </pc:spChg>
        <pc:spChg chg="mod">
          <ac:chgData name="军波 王" userId="abc43a65-caf0-4467-916d-72d11a280d59" providerId="ADAL" clId="{4F26926E-3AC7-AA40-BAD9-76A34E3BB570}" dt="2022-11-03T07:14:32.660" v="91" actId="1076"/>
          <ac:spMkLst>
            <pc:docMk/>
            <pc:sldMk cId="3045082440" sldId="644"/>
            <ac:spMk id="15" creationId="{31CF8738-B51C-4C75-9DE3-7541CC001D0D}"/>
          </ac:spMkLst>
        </pc:spChg>
        <pc:spChg chg="mod">
          <ac:chgData name="军波 王" userId="abc43a65-caf0-4467-916d-72d11a280d59" providerId="ADAL" clId="{4F26926E-3AC7-AA40-BAD9-76A34E3BB570}" dt="2022-11-03T07:14:32.660" v="91" actId="1076"/>
          <ac:spMkLst>
            <pc:docMk/>
            <pc:sldMk cId="3045082440" sldId="644"/>
            <ac:spMk id="17" creationId="{A0ED2047-07AB-47C4-AD77-250492B84676}"/>
          </ac:spMkLst>
        </pc:spChg>
        <pc:graphicFrameChg chg="mod">
          <ac:chgData name="军波 王" userId="abc43a65-caf0-4467-916d-72d11a280d59" providerId="ADAL" clId="{4F26926E-3AC7-AA40-BAD9-76A34E3BB570}" dt="2022-11-03T07:14:32.660" v="91" actId="1076"/>
          <ac:graphicFrameMkLst>
            <pc:docMk/>
            <pc:sldMk cId="3045082440" sldId="644"/>
            <ac:graphicFrameMk id="8" creationId="{3E97AB81-37DE-4E21-8B08-21B248ADBF24}"/>
          </ac:graphicFrameMkLst>
        </pc:graphicFrameChg>
      </pc:sldChg>
      <pc:sldChg chg="addSp delSp modSp add del mod modClrScheme chgLayout">
        <pc:chgData name="军波 王" userId="abc43a65-caf0-4467-916d-72d11a280d59" providerId="ADAL" clId="{4F26926E-3AC7-AA40-BAD9-76A34E3BB570}" dt="2022-11-07T08:12:03.053" v="199" actId="20577"/>
        <pc:sldMkLst>
          <pc:docMk/>
          <pc:sldMk cId="1613587237" sldId="645"/>
        </pc:sldMkLst>
        <pc:spChg chg="del mod ord">
          <ac:chgData name="军波 王" userId="abc43a65-caf0-4467-916d-72d11a280d59" providerId="ADAL" clId="{4F26926E-3AC7-AA40-BAD9-76A34E3BB570}" dt="2022-11-07T08:11:58.525" v="186" actId="700"/>
          <ac:spMkLst>
            <pc:docMk/>
            <pc:sldMk cId="1613587237" sldId="645"/>
            <ac:spMk id="2" creationId="{C8A810C4-3AF0-1D45-9E77-D0E8DC1B5C50}"/>
          </ac:spMkLst>
        </pc:spChg>
        <pc:spChg chg="del mod ord">
          <ac:chgData name="军波 王" userId="abc43a65-caf0-4467-916d-72d11a280d59" providerId="ADAL" clId="{4F26926E-3AC7-AA40-BAD9-76A34E3BB570}" dt="2022-11-07T08:11:58.525" v="186" actId="700"/>
          <ac:spMkLst>
            <pc:docMk/>
            <pc:sldMk cId="1613587237" sldId="645"/>
            <ac:spMk id="3" creationId="{9F0085AA-64D1-0F45-8AA9-CA9EDC3395CD}"/>
          </ac:spMkLst>
        </pc:spChg>
        <pc:spChg chg="add mod ord">
          <ac:chgData name="军波 王" userId="abc43a65-caf0-4467-916d-72d11a280d59" providerId="ADAL" clId="{4F26926E-3AC7-AA40-BAD9-76A34E3BB570}" dt="2022-11-07T08:11:58.525" v="186" actId="700"/>
          <ac:spMkLst>
            <pc:docMk/>
            <pc:sldMk cId="1613587237" sldId="645"/>
            <ac:spMk id="4" creationId="{63EAD17A-E0B7-324C-9E33-E30FA0AACE84}"/>
          </ac:spMkLst>
        </pc:spChg>
        <pc:spChg chg="add mod ord">
          <ac:chgData name="军波 王" userId="abc43a65-caf0-4467-916d-72d11a280d59" providerId="ADAL" clId="{4F26926E-3AC7-AA40-BAD9-76A34E3BB570}" dt="2022-11-07T08:12:03.053" v="199" actId="20577"/>
          <ac:spMkLst>
            <pc:docMk/>
            <pc:sldMk cId="1613587237" sldId="645"/>
            <ac:spMk id="5" creationId="{4941CBD1-9DA9-DB44-A9C1-FDCD28B69841}"/>
          </ac:spMkLst>
        </pc:spChg>
        <pc:spChg chg="add mod ord">
          <ac:chgData name="军波 王" userId="abc43a65-caf0-4467-916d-72d11a280d59" providerId="ADAL" clId="{4F26926E-3AC7-AA40-BAD9-76A34E3BB570}" dt="2022-11-07T08:11:58.525" v="186" actId="700"/>
          <ac:spMkLst>
            <pc:docMk/>
            <pc:sldMk cId="1613587237" sldId="645"/>
            <ac:spMk id="6" creationId="{A6E53D33-D0A8-6340-BAD4-BDC5BCD26593}"/>
          </ac:spMkLst>
        </pc:spChg>
      </pc:sldChg>
      <pc:sldChg chg="addSp modSp add mod modAnim">
        <pc:chgData name="军波 王" userId="abc43a65-caf0-4467-916d-72d11a280d59" providerId="ADAL" clId="{4F26926E-3AC7-AA40-BAD9-76A34E3BB570}" dt="2022-11-07T08:47:02.399" v="201" actId="20577"/>
        <pc:sldMkLst>
          <pc:docMk/>
          <pc:sldMk cId="18830214" sldId="646"/>
        </pc:sldMkLst>
        <pc:spChg chg="mod">
          <ac:chgData name="军波 王" userId="abc43a65-caf0-4467-916d-72d11a280d59" providerId="ADAL" clId="{4F26926E-3AC7-AA40-BAD9-76A34E3BB570}" dt="2022-11-07T08:47:02.399" v="201" actId="20577"/>
          <ac:spMkLst>
            <pc:docMk/>
            <pc:sldMk cId="18830214" sldId="646"/>
            <ac:spMk id="3" creationId="{011ABEAE-74D9-4BEC-B702-EC81E7E26D5C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8830214" sldId="646"/>
            <ac:spMk id="4" creationId="{DDD08356-95D9-8249-9DB9-603915D979B4}"/>
          </ac:spMkLst>
        </pc:spChg>
        <pc:spChg chg="mod">
          <ac:chgData name="军波 王" userId="abc43a65-caf0-4467-916d-72d11a280d59" providerId="ADAL" clId="{4F26926E-3AC7-AA40-BAD9-76A34E3BB570}" dt="2022-11-03T07:15:14.835" v="113" actId="1076"/>
          <ac:spMkLst>
            <pc:docMk/>
            <pc:sldMk cId="18830214" sldId="646"/>
            <ac:spMk id="5" creationId="{C467404C-3372-457F-A34F-C0AB1FDF73EC}"/>
          </ac:spMkLst>
        </pc:spChg>
        <pc:spChg chg="mod">
          <ac:chgData name="军波 王" userId="abc43a65-caf0-4467-916d-72d11a280d59" providerId="ADAL" clId="{4F26926E-3AC7-AA40-BAD9-76A34E3BB570}" dt="2022-11-03T07:15:14.835" v="113" actId="1076"/>
          <ac:spMkLst>
            <pc:docMk/>
            <pc:sldMk cId="18830214" sldId="646"/>
            <ac:spMk id="7" creationId="{3FB7FC01-EC40-4567-8298-F1F788BD5D80}"/>
          </ac:spMkLst>
        </pc:spChg>
        <pc:spChg chg="mod">
          <ac:chgData name="军波 王" userId="abc43a65-caf0-4467-916d-72d11a280d59" providerId="ADAL" clId="{4F26926E-3AC7-AA40-BAD9-76A34E3BB570}" dt="2022-11-03T07:15:14.835" v="113" actId="1076"/>
          <ac:spMkLst>
            <pc:docMk/>
            <pc:sldMk cId="18830214" sldId="646"/>
            <ac:spMk id="9" creationId="{E0742AE1-0DC7-4EE8-AFBD-2F4EC1C195D0}"/>
          </ac:spMkLst>
        </pc:spChg>
      </pc:sldChg>
      <pc:sldChg chg="addSp modSp add">
        <pc:chgData name="军波 王" userId="abc43a65-caf0-4467-916d-72d11a280d59" providerId="ADAL" clId="{4F26926E-3AC7-AA40-BAD9-76A34E3BB570}" dt="2022-11-03T07:05:38.284" v="12"/>
        <pc:sldMkLst>
          <pc:docMk/>
          <pc:sldMk cId="1831596265" sldId="647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831596265" sldId="647"/>
            <ac:spMk id="4" creationId="{0EEB53D8-6A9A-0647-B337-2016363DB5A3}"/>
          </ac:spMkLst>
        </pc:spChg>
      </pc:sldChg>
      <pc:sldChg chg="addSp modSp add mod">
        <pc:chgData name="军波 王" userId="abc43a65-caf0-4467-916d-72d11a280d59" providerId="ADAL" clId="{4F26926E-3AC7-AA40-BAD9-76A34E3BB570}" dt="2022-11-07T09:01:40.024" v="216" actId="1076"/>
        <pc:sldMkLst>
          <pc:docMk/>
          <pc:sldMk cId="1674301974" sldId="648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674301974" sldId="648"/>
            <ac:spMk id="19" creationId="{8CDB6668-55AE-A949-830F-C11CA9D67B0B}"/>
          </ac:spMkLst>
        </pc:spChg>
        <pc:spChg chg="mod">
          <ac:chgData name="军波 王" userId="abc43a65-caf0-4467-916d-72d11a280d59" providerId="ADAL" clId="{4F26926E-3AC7-AA40-BAD9-76A34E3BB570}" dt="2022-11-07T09:01:40.024" v="216" actId="1076"/>
          <ac:spMkLst>
            <pc:docMk/>
            <pc:sldMk cId="1674301974" sldId="648"/>
            <ac:spMk id="24" creationId="{7D898860-3FB9-4D63-A022-FA9F9BDC0A7D}"/>
          </ac:spMkLst>
        </pc:spChg>
      </pc:sldChg>
      <pc:sldChg chg="modSp add mod modClrScheme chgLayout">
        <pc:chgData name="军波 王" userId="abc43a65-caf0-4467-916d-72d11a280d59" providerId="ADAL" clId="{4F26926E-3AC7-AA40-BAD9-76A34E3BB570}" dt="2022-11-07T11:33:12.418" v="283" actId="207"/>
        <pc:sldMkLst>
          <pc:docMk/>
          <pc:sldMk cId="2681063685" sldId="649"/>
        </pc:sldMkLst>
        <pc:spChg chg="mod ord">
          <ac:chgData name="军波 王" userId="abc43a65-caf0-4467-916d-72d11a280d59" providerId="ADAL" clId="{4F26926E-3AC7-AA40-BAD9-76A34E3BB570}" dt="2022-11-07T11:33:12.418" v="283" actId="207"/>
          <ac:spMkLst>
            <pc:docMk/>
            <pc:sldMk cId="2681063685" sldId="649"/>
            <ac:spMk id="2" creationId="{118B732A-665B-4849-AF97-8FDBA358D4B8}"/>
          </ac:spMkLst>
        </pc:spChg>
        <pc:spChg chg="mod ord">
          <ac:chgData name="军波 王" userId="abc43a65-caf0-4467-916d-72d11a280d59" providerId="ADAL" clId="{4F26926E-3AC7-AA40-BAD9-76A34E3BB570}" dt="2022-11-07T11:32:10.231" v="281" actId="27636"/>
          <ac:spMkLst>
            <pc:docMk/>
            <pc:sldMk cId="2681063685" sldId="649"/>
            <ac:spMk id="3" creationId="{CEF68B43-D904-4672-8329-E9D214C6D2DA}"/>
          </ac:spMkLst>
        </pc:spChg>
      </pc:sldChg>
      <pc:sldChg chg="addSp modSp add del">
        <pc:chgData name="军波 王" userId="abc43a65-caf0-4467-916d-72d11a280d59" providerId="ADAL" clId="{4F26926E-3AC7-AA40-BAD9-76A34E3BB570}" dt="2022-11-07T09:45:55.133" v="270" actId="2696"/>
        <pc:sldMkLst>
          <pc:docMk/>
          <pc:sldMk cId="3653392633" sldId="649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3653392633" sldId="649"/>
            <ac:spMk id="5" creationId="{0C835D42-1512-0744-84C7-EA2DEBA8BE31}"/>
          </ac:spMkLst>
        </pc:spChg>
      </pc:sldChg>
      <pc:sldChg chg="addSp modSp add del">
        <pc:chgData name="军波 王" userId="abc43a65-caf0-4467-916d-72d11a280d59" providerId="ADAL" clId="{4F26926E-3AC7-AA40-BAD9-76A34E3BB570}" dt="2022-11-07T09:45:55.133" v="270" actId="2696"/>
        <pc:sldMkLst>
          <pc:docMk/>
          <pc:sldMk cId="2022307807" sldId="650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022307807" sldId="650"/>
            <ac:spMk id="4" creationId="{3EB6290E-BE24-4B4F-A74D-5B9AD6D3A55E}"/>
          </ac:spMkLst>
        </pc:spChg>
      </pc:sldChg>
      <pc:sldChg chg="addSp modSp add del mod modClrScheme chgLayout">
        <pc:chgData name="军波 王" userId="abc43a65-caf0-4467-916d-72d11a280d59" providerId="ADAL" clId="{4F26926E-3AC7-AA40-BAD9-76A34E3BB570}" dt="2022-11-07T13:13:01.449" v="323" actId="2696"/>
        <pc:sldMkLst>
          <pc:docMk/>
          <pc:sldMk cId="2568090304" sldId="650"/>
        </pc:sldMkLst>
        <pc:spChg chg="add mod ord">
          <ac:chgData name="军波 王" userId="abc43a65-caf0-4467-916d-72d11a280d59" providerId="ADAL" clId="{4F26926E-3AC7-AA40-BAD9-76A34E3BB570}" dt="2022-11-07T11:32:09.998" v="277" actId="700"/>
          <ac:spMkLst>
            <pc:docMk/>
            <pc:sldMk cId="2568090304" sldId="650"/>
            <ac:spMk id="2" creationId="{A3B79A83-F902-8144-B87C-88F58FF26563}"/>
          </ac:spMkLst>
        </pc:spChg>
        <pc:spChg chg="mod ord">
          <ac:chgData name="军波 王" userId="abc43a65-caf0-4467-916d-72d11a280d59" providerId="ADAL" clId="{4F26926E-3AC7-AA40-BAD9-76A34E3BB570}" dt="2022-11-07T11:32:10.178" v="280" actId="27636"/>
          <ac:spMkLst>
            <pc:docMk/>
            <pc:sldMk cId="2568090304" sldId="650"/>
            <ac:spMk id="3" creationId="{6B3AD5C1-1A37-45A9-BE46-CA378298F75E}"/>
          </ac:spMkLst>
        </pc:spChg>
      </pc:sldChg>
      <pc:sldChg chg="addSp modSp add del">
        <pc:chgData name="军波 王" userId="abc43a65-caf0-4467-916d-72d11a280d59" providerId="ADAL" clId="{4F26926E-3AC7-AA40-BAD9-76A34E3BB570}" dt="2022-11-07T09:45:55.133" v="270" actId="2696"/>
        <pc:sldMkLst>
          <pc:docMk/>
          <pc:sldMk cId="2034762301" sldId="651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034762301" sldId="651"/>
            <ac:spMk id="5" creationId="{3DDFD9F6-6458-6C42-A51F-95279D8BC74E}"/>
          </ac:spMkLst>
        </pc:spChg>
      </pc:sldChg>
      <pc:sldChg chg="addSp modSp add del">
        <pc:chgData name="军波 王" userId="abc43a65-caf0-4467-916d-72d11a280d59" providerId="ADAL" clId="{4F26926E-3AC7-AA40-BAD9-76A34E3BB570}" dt="2022-11-07T09:45:55.133" v="270" actId="2696"/>
        <pc:sldMkLst>
          <pc:docMk/>
          <pc:sldMk cId="3622701891" sldId="652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3622701891" sldId="652"/>
            <ac:spMk id="4" creationId="{74E12E8F-2313-464E-8829-D6D186C35B64}"/>
          </ac:spMkLst>
        </pc:spChg>
      </pc:sldChg>
      <pc:sldChg chg="addSp modSp add del mod">
        <pc:chgData name="军波 王" userId="abc43a65-caf0-4467-916d-72d11a280d59" providerId="ADAL" clId="{4F26926E-3AC7-AA40-BAD9-76A34E3BB570}" dt="2022-11-07T09:45:55.133" v="270" actId="2696"/>
        <pc:sldMkLst>
          <pc:docMk/>
          <pc:sldMk cId="2206602462" sldId="653"/>
        </pc:sldMkLst>
        <pc:spChg chg="mod">
          <ac:chgData name="军波 王" userId="abc43a65-caf0-4467-916d-72d11a280d59" providerId="ADAL" clId="{4F26926E-3AC7-AA40-BAD9-76A34E3BB570}" dt="2022-11-03T06:59:33.623" v="4" actId="27636"/>
          <ac:spMkLst>
            <pc:docMk/>
            <pc:sldMk cId="2206602462" sldId="653"/>
            <ac:spMk id="3" creationId="{DA1197B4-06B4-4C19-A0E9-ACBC501E0166}"/>
          </ac:spMkLst>
        </pc:spChg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2206602462" sldId="653"/>
            <ac:spMk id="4" creationId="{458D6376-0654-F64E-887D-1323887C2416}"/>
          </ac:spMkLst>
        </pc:spChg>
      </pc:sldChg>
      <pc:sldChg chg="addSp modSp add del">
        <pc:chgData name="军波 王" userId="abc43a65-caf0-4467-916d-72d11a280d59" providerId="ADAL" clId="{4F26926E-3AC7-AA40-BAD9-76A34E3BB570}" dt="2022-11-07T09:45:55.133" v="270" actId="2696"/>
        <pc:sldMkLst>
          <pc:docMk/>
          <pc:sldMk cId="1325281771" sldId="654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1325281771" sldId="654"/>
            <ac:spMk id="5" creationId="{F373733C-2D2A-B640-BFE0-0B993A7485CA}"/>
          </ac:spMkLst>
        </pc:spChg>
      </pc:sldChg>
      <pc:sldChg chg="addSp modSp add del">
        <pc:chgData name="军波 王" userId="abc43a65-caf0-4467-916d-72d11a280d59" providerId="ADAL" clId="{4F26926E-3AC7-AA40-BAD9-76A34E3BB570}" dt="2022-11-03T07:15:40.042" v="115" actId="2696"/>
        <pc:sldMkLst>
          <pc:docMk/>
          <pc:sldMk cId="3515775500" sldId="655"/>
        </pc:sldMkLst>
        <pc:spChg chg="add mod">
          <ac:chgData name="军波 王" userId="abc43a65-caf0-4467-916d-72d11a280d59" providerId="ADAL" clId="{4F26926E-3AC7-AA40-BAD9-76A34E3BB570}" dt="2022-11-03T07:05:38.284" v="12"/>
          <ac:spMkLst>
            <pc:docMk/>
            <pc:sldMk cId="3515775500" sldId="655"/>
            <ac:spMk id="4" creationId="{685EDC6A-BD2D-EA4D-94B4-84180FC957DF}"/>
          </ac:spMkLst>
        </pc:spChg>
      </pc:sldChg>
      <pc:sldChg chg="add del">
        <pc:chgData name="军波 王" userId="abc43a65-caf0-4467-916d-72d11a280d59" providerId="ADAL" clId="{4F26926E-3AC7-AA40-BAD9-76A34E3BB570}" dt="2022-11-03T07:15:41.707" v="116" actId="2696"/>
        <pc:sldMkLst>
          <pc:docMk/>
          <pc:sldMk cId="3824454423" sldId="656"/>
        </pc:sldMkLst>
      </pc:sldChg>
      <pc:sldChg chg="add">
        <pc:chgData name="军波 王" userId="abc43a65-caf0-4467-916d-72d11a280d59" providerId="ADAL" clId="{4F26926E-3AC7-AA40-BAD9-76A34E3BB570}" dt="2022-11-03T06:59:32.891" v="0"/>
        <pc:sldMkLst>
          <pc:docMk/>
          <pc:sldMk cId="354981232" sldId="657"/>
        </pc:sldMkLst>
      </pc:sldChg>
      <pc:sldChg chg="modSp add modAnim">
        <pc:chgData name="军波 王" userId="abc43a65-caf0-4467-916d-72d11a280d59" providerId="ADAL" clId="{4F26926E-3AC7-AA40-BAD9-76A34E3BB570}" dt="2022-11-03T07:09:26.179" v="23" actId="20577"/>
        <pc:sldMkLst>
          <pc:docMk/>
          <pc:sldMk cId="2604769353" sldId="658"/>
        </pc:sldMkLst>
        <pc:spChg chg="mod">
          <ac:chgData name="军波 王" userId="abc43a65-caf0-4467-916d-72d11a280d59" providerId="ADAL" clId="{4F26926E-3AC7-AA40-BAD9-76A34E3BB570}" dt="2022-11-03T07:09:26.179" v="23" actId="20577"/>
          <ac:spMkLst>
            <pc:docMk/>
            <pc:sldMk cId="2604769353" sldId="658"/>
            <ac:spMk id="3" creationId="{4B83085B-CE3A-406D-A8EF-D094A55FA3B1}"/>
          </ac:spMkLst>
        </pc:spChg>
      </pc:sldChg>
      <pc:sldChg chg="modSp add mod">
        <pc:chgData name="军波 王" userId="abc43a65-caf0-4467-916d-72d11a280d59" providerId="ADAL" clId="{4F26926E-3AC7-AA40-BAD9-76A34E3BB570}" dt="2022-11-09T07:17:08.601" v="428" actId="1076"/>
        <pc:sldMkLst>
          <pc:docMk/>
          <pc:sldMk cId="3012975533" sldId="659"/>
        </pc:sldMkLst>
        <pc:spChg chg="mod">
          <ac:chgData name="军波 王" userId="abc43a65-caf0-4467-916d-72d11a280d59" providerId="ADAL" clId="{4F26926E-3AC7-AA40-BAD9-76A34E3BB570}" dt="2022-11-09T07:16:32.590" v="418" actId="1076"/>
          <ac:spMkLst>
            <pc:docMk/>
            <pc:sldMk cId="3012975533" sldId="659"/>
            <ac:spMk id="4" creationId="{9185BFF1-C3E2-483F-829E-BA041209D0F2}"/>
          </ac:spMkLst>
        </pc:spChg>
        <pc:spChg chg="mod">
          <ac:chgData name="军波 王" userId="abc43a65-caf0-4467-916d-72d11a280d59" providerId="ADAL" clId="{4F26926E-3AC7-AA40-BAD9-76A34E3BB570}" dt="2022-11-09T07:16:35.716" v="419" actId="1076"/>
          <ac:spMkLst>
            <pc:docMk/>
            <pc:sldMk cId="3012975533" sldId="659"/>
            <ac:spMk id="6" creationId="{40DBBCD7-82BB-4CFB-AD98-0F7EF3DFE465}"/>
          </ac:spMkLst>
        </pc:spChg>
        <pc:spChg chg="mod">
          <ac:chgData name="军波 王" userId="abc43a65-caf0-4467-916d-72d11a280d59" providerId="ADAL" clId="{4F26926E-3AC7-AA40-BAD9-76A34E3BB570}" dt="2022-11-09T07:16:41.803" v="422" actId="1038"/>
          <ac:spMkLst>
            <pc:docMk/>
            <pc:sldMk cId="3012975533" sldId="659"/>
            <ac:spMk id="8" creationId="{7BE30829-5A1C-42EF-A20F-5DD898171881}"/>
          </ac:spMkLst>
        </pc:spChg>
        <pc:spChg chg="mod">
          <ac:chgData name="军波 王" userId="abc43a65-caf0-4467-916d-72d11a280d59" providerId="ADAL" clId="{4F26926E-3AC7-AA40-BAD9-76A34E3BB570}" dt="2022-11-09T07:16:45.715" v="423" actId="1076"/>
          <ac:spMkLst>
            <pc:docMk/>
            <pc:sldMk cId="3012975533" sldId="659"/>
            <ac:spMk id="10" creationId="{CFA103C0-390F-4120-AEB8-9932C57EA3B4}"/>
          </ac:spMkLst>
        </pc:spChg>
        <pc:spChg chg="mod">
          <ac:chgData name="军波 王" userId="abc43a65-caf0-4467-916d-72d11a280d59" providerId="ADAL" clId="{4F26926E-3AC7-AA40-BAD9-76A34E3BB570}" dt="2022-11-09T07:16:50.107" v="424" actId="1076"/>
          <ac:spMkLst>
            <pc:docMk/>
            <pc:sldMk cId="3012975533" sldId="659"/>
            <ac:spMk id="12" creationId="{A01BC1A5-4951-4710-B370-D2A44617A42C}"/>
          </ac:spMkLst>
        </pc:spChg>
        <pc:spChg chg="mod">
          <ac:chgData name="军波 王" userId="abc43a65-caf0-4467-916d-72d11a280d59" providerId="ADAL" clId="{4F26926E-3AC7-AA40-BAD9-76A34E3BB570}" dt="2022-11-09T07:16:54.542" v="425" actId="1076"/>
          <ac:spMkLst>
            <pc:docMk/>
            <pc:sldMk cId="3012975533" sldId="659"/>
            <ac:spMk id="13" creationId="{212D4999-9034-4039-94DE-48C6691A47DA}"/>
          </ac:spMkLst>
        </pc:spChg>
        <pc:spChg chg="mod">
          <ac:chgData name="军波 王" userId="abc43a65-caf0-4467-916d-72d11a280d59" providerId="ADAL" clId="{4F26926E-3AC7-AA40-BAD9-76A34E3BB570}" dt="2022-11-09T07:16:57.994" v="426" actId="1076"/>
          <ac:spMkLst>
            <pc:docMk/>
            <pc:sldMk cId="3012975533" sldId="659"/>
            <ac:spMk id="15" creationId="{48805715-DACD-478C-B089-A87E289F5C91}"/>
          </ac:spMkLst>
        </pc:spChg>
        <pc:spChg chg="mod">
          <ac:chgData name="军波 王" userId="abc43a65-caf0-4467-916d-72d11a280d59" providerId="ADAL" clId="{4F26926E-3AC7-AA40-BAD9-76A34E3BB570}" dt="2022-11-09T07:17:03.480" v="427" actId="1076"/>
          <ac:spMkLst>
            <pc:docMk/>
            <pc:sldMk cId="3012975533" sldId="659"/>
            <ac:spMk id="17" creationId="{52BC2208-D4E5-467D-8176-6A849A376B36}"/>
          </ac:spMkLst>
        </pc:spChg>
        <pc:spChg chg="mod">
          <ac:chgData name="军波 王" userId="abc43a65-caf0-4467-916d-72d11a280d59" providerId="ADAL" clId="{4F26926E-3AC7-AA40-BAD9-76A34E3BB570}" dt="2022-11-09T07:17:08.601" v="428" actId="1076"/>
          <ac:spMkLst>
            <pc:docMk/>
            <pc:sldMk cId="3012975533" sldId="659"/>
            <ac:spMk id="19" creationId="{1A4197F9-0A0B-415D-A468-F00F4FE4ACE4}"/>
          </ac:spMkLst>
        </pc:spChg>
        <pc:spChg chg="mod">
          <ac:chgData name="军波 王" userId="abc43a65-caf0-4467-916d-72d11a280d59" providerId="ADAL" clId="{4F26926E-3AC7-AA40-BAD9-76A34E3BB570}" dt="2022-11-09T07:16:26.826" v="417" actId="255"/>
          <ac:spMkLst>
            <pc:docMk/>
            <pc:sldMk cId="3012975533" sldId="659"/>
            <ac:spMk id="21" creationId="{6ACA5F67-D62B-4DB8-B4CA-47F7AD3D9BB0}"/>
          </ac:spMkLst>
        </pc:spChg>
      </pc:sldChg>
      <pc:sldChg chg="addSp delSp modSp new mod modClrScheme chgLayout">
        <pc:chgData name="军波 王" userId="abc43a65-caf0-4467-916d-72d11a280d59" providerId="ADAL" clId="{4F26926E-3AC7-AA40-BAD9-76A34E3BB570}" dt="2022-11-10T02:08:27.357" v="539" actId="20577"/>
        <pc:sldMkLst>
          <pc:docMk/>
          <pc:sldMk cId="1299097732" sldId="660"/>
        </pc:sldMkLst>
        <pc:spChg chg="del mod ord">
          <ac:chgData name="军波 王" userId="abc43a65-caf0-4467-916d-72d11a280d59" providerId="ADAL" clId="{4F26926E-3AC7-AA40-BAD9-76A34E3BB570}" dt="2022-11-09T06:50:34.806" v="327" actId="700"/>
          <ac:spMkLst>
            <pc:docMk/>
            <pc:sldMk cId="1299097732" sldId="660"/>
            <ac:spMk id="2" creationId="{7B75EA1A-0FBD-D944-9383-809340E4E8C0}"/>
          </ac:spMkLst>
        </pc:spChg>
        <pc:spChg chg="del">
          <ac:chgData name="军波 王" userId="abc43a65-caf0-4467-916d-72d11a280d59" providerId="ADAL" clId="{4F26926E-3AC7-AA40-BAD9-76A34E3BB570}" dt="2022-11-09T06:50:34.806" v="327" actId="700"/>
          <ac:spMkLst>
            <pc:docMk/>
            <pc:sldMk cId="1299097732" sldId="660"/>
            <ac:spMk id="3" creationId="{1D32044F-7AA3-904C-88C0-EAD8E3198840}"/>
          </ac:spMkLst>
        </pc:spChg>
        <pc:spChg chg="add del mod ord">
          <ac:chgData name="军波 王" userId="abc43a65-caf0-4467-916d-72d11a280d59" providerId="ADAL" clId="{4F26926E-3AC7-AA40-BAD9-76A34E3BB570}" dt="2022-11-09T06:50:37.557" v="328" actId="700"/>
          <ac:spMkLst>
            <pc:docMk/>
            <pc:sldMk cId="1299097732" sldId="660"/>
            <ac:spMk id="4" creationId="{53BFE946-862A-0442-9128-A546D46F003E}"/>
          </ac:spMkLst>
        </pc:spChg>
        <pc:spChg chg="add mod ord">
          <ac:chgData name="军波 王" userId="abc43a65-caf0-4467-916d-72d11a280d59" providerId="ADAL" clId="{4F26926E-3AC7-AA40-BAD9-76A34E3BB570}" dt="2022-11-09T06:50:46.238" v="354" actId="20577"/>
          <ac:spMkLst>
            <pc:docMk/>
            <pc:sldMk cId="1299097732" sldId="660"/>
            <ac:spMk id="5" creationId="{9F1C2A01-B55F-8F41-A94F-CD76399CCD7C}"/>
          </ac:spMkLst>
        </pc:spChg>
        <pc:spChg chg="add mod ord">
          <ac:chgData name="军波 王" userId="abc43a65-caf0-4467-916d-72d11a280d59" providerId="ADAL" clId="{4F26926E-3AC7-AA40-BAD9-76A34E3BB570}" dt="2022-11-10T02:08:27.357" v="539" actId="20577"/>
          <ac:spMkLst>
            <pc:docMk/>
            <pc:sldMk cId="1299097732" sldId="660"/>
            <ac:spMk id="6" creationId="{B5112CA4-54EB-8B40-A5C8-080D69016C44}"/>
          </ac:spMkLst>
        </pc:spChg>
      </pc:sldChg>
      <pc:sldChg chg="modSp add del mod">
        <pc:chgData name="军波 王" userId="abc43a65-caf0-4467-916d-72d11a280d59" providerId="ADAL" clId="{4F26926E-3AC7-AA40-BAD9-76A34E3BB570}" dt="2022-11-07T11:33:43.325" v="296"/>
        <pc:sldMkLst>
          <pc:docMk/>
          <pc:sldMk cId="2873847870" sldId="660"/>
        </pc:sldMkLst>
        <pc:spChg chg="mod">
          <ac:chgData name="军波 王" userId="abc43a65-caf0-4467-916d-72d11a280d59" providerId="ADAL" clId="{4F26926E-3AC7-AA40-BAD9-76A34E3BB570}" dt="2022-11-07T11:33:43.325" v="296"/>
          <ac:spMkLst>
            <pc:docMk/>
            <pc:sldMk cId="2873847870" sldId="660"/>
            <ac:spMk id="3" creationId="{CEF68B43-D904-4672-8329-E9D214C6D2DA}"/>
          </ac:spMkLst>
        </pc:spChg>
      </pc:sldChg>
      <pc:sldChg chg="modSp add del mod">
        <pc:chgData name="军波 王" userId="abc43a65-caf0-4467-916d-72d11a280d59" providerId="ADAL" clId="{4F26926E-3AC7-AA40-BAD9-76A34E3BB570}" dt="2022-11-07T11:33:43.325" v="296"/>
        <pc:sldMkLst>
          <pc:docMk/>
          <pc:sldMk cId="1774376588" sldId="661"/>
        </pc:sldMkLst>
        <pc:spChg chg="mod">
          <ac:chgData name="军波 王" userId="abc43a65-caf0-4467-916d-72d11a280d59" providerId="ADAL" clId="{4F26926E-3AC7-AA40-BAD9-76A34E3BB570}" dt="2022-11-07T11:33:43.325" v="296"/>
          <ac:spMkLst>
            <pc:docMk/>
            <pc:sldMk cId="1774376588" sldId="661"/>
            <ac:spMk id="3" creationId="{9FBF7F04-AECC-4D1D-B573-540D0B4665C5}"/>
          </ac:spMkLst>
        </pc:spChg>
      </pc:sldChg>
      <pc:sldChg chg="modSp add del mod">
        <pc:chgData name="军波 王" userId="abc43a65-caf0-4467-916d-72d11a280d59" providerId="ADAL" clId="{4F26926E-3AC7-AA40-BAD9-76A34E3BB570}" dt="2022-11-07T11:33:43.325" v="296"/>
        <pc:sldMkLst>
          <pc:docMk/>
          <pc:sldMk cId="571279244" sldId="662"/>
        </pc:sldMkLst>
        <pc:spChg chg="mod">
          <ac:chgData name="军波 王" userId="abc43a65-caf0-4467-916d-72d11a280d59" providerId="ADAL" clId="{4F26926E-3AC7-AA40-BAD9-76A34E3BB570}" dt="2022-11-07T11:33:43.325" v="296"/>
          <ac:spMkLst>
            <pc:docMk/>
            <pc:sldMk cId="571279244" sldId="662"/>
            <ac:spMk id="3" creationId="{3A0CB7F9-6265-4384-B20A-4B62ADE79832}"/>
          </ac:spMkLst>
        </pc:spChg>
      </pc:sldChg>
      <pc:sldChg chg="add del">
        <pc:chgData name="军波 王" userId="abc43a65-caf0-4467-916d-72d11a280d59" providerId="ADAL" clId="{4F26926E-3AC7-AA40-BAD9-76A34E3BB570}" dt="2022-11-07T11:33:43.325" v="296"/>
        <pc:sldMkLst>
          <pc:docMk/>
          <pc:sldMk cId="3996516935" sldId="663"/>
        </pc:sldMkLst>
      </pc:sldChg>
      <pc:sldChg chg="modSp add del mod">
        <pc:chgData name="军波 王" userId="abc43a65-caf0-4467-916d-72d11a280d59" providerId="ADAL" clId="{4F26926E-3AC7-AA40-BAD9-76A34E3BB570}" dt="2022-11-07T11:33:43.325" v="296"/>
        <pc:sldMkLst>
          <pc:docMk/>
          <pc:sldMk cId="2088162609" sldId="664"/>
        </pc:sldMkLst>
        <pc:spChg chg="mod">
          <ac:chgData name="军波 王" userId="abc43a65-caf0-4467-916d-72d11a280d59" providerId="ADAL" clId="{4F26926E-3AC7-AA40-BAD9-76A34E3BB570}" dt="2022-11-07T11:33:43.325" v="296"/>
          <ac:spMkLst>
            <pc:docMk/>
            <pc:sldMk cId="2088162609" sldId="664"/>
            <ac:spMk id="3" creationId="{6B3AD5C1-1A37-45A9-BE46-CA378298F75E}"/>
          </ac:spMkLst>
        </pc:spChg>
      </pc:sldChg>
      <pc:sldMasterChg chg="delSldLayout">
        <pc:chgData name="军波 王" userId="abc43a65-caf0-4467-916d-72d11a280d59" providerId="ADAL" clId="{4F26926E-3AC7-AA40-BAD9-76A34E3BB570}" dt="2022-11-03T07:00:13.360" v="7" actId="2696"/>
        <pc:sldMasterMkLst>
          <pc:docMk/>
          <pc:sldMasterMk cId="0" sldId="2147483648"/>
        </pc:sldMasterMkLst>
        <pc:sldLayoutChg chg="del">
          <pc:chgData name="军波 王" userId="abc43a65-caf0-4467-916d-72d11a280d59" providerId="ADAL" clId="{4F26926E-3AC7-AA40-BAD9-76A34E3BB570}" dt="2022-11-03T07:00:13.360" v="7" actId="2696"/>
          <pc:sldLayoutMkLst>
            <pc:docMk/>
            <pc:sldMasterMk cId="0" sldId="2147483648"/>
            <pc:sldLayoutMk cId="610148628" sldId="2147483658"/>
          </pc:sldLayoutMkLst>
        </pc:sldLayoutChg>
      </pc:sldMasterChg>
    </pc:docChg>
  </pc:docChgLst>
  <pc:docChgLst>
    <pc:chgData name="王军波" userId="abc43a65-caf0-4467-916d-72d11a280d59" providerId="ADAL" clId="{3776E186-798B-41EF-99AF-69CD81DF1B15}"/>
    <pc:docChg chg="undo custSel addSld delSld modSld">
      <pc:chgData name="王军波" userId="abc43a65-caf0-4467-916d-72d11a280d59" providerId="ADAL" clId="{3776E186-798B-41EF-99AF-69CD81DF1B15}" dt="2021-05-23T15:06:41.389" v="433"/>
      <pc:docMkLst>
        <pc:docMk/>
      </pc:docMkLst>
      <pc:sldChg chg="add">
        <pc:chgData name="王军波" userId="abc43a65-caf0-4467-916d-72d11a280d59" providerId="ADAL" clId="{3776E186-798B-41EF-99AF-69CD81DF1B15}" dt="2021-05-23T12:51:57.398" v="411"/>
        <pc:sldMkLst>
          <pc:docMk/>
          <pc:sldMk cId="3124354111" sldId="278"/>
        </pc:sldMkLst>
      </pc:sldChg>
      <pc:sldChg chg="add">
        <pc:chgData name="王军波" userId="abc43a65-caf0-4467-916d-72d11a280d59" providerId="ADAL" clId="{3776E186-798B-41EF-99AF-69CD81DF1B15}" dt="2021-05-23T12:51:57.398" v="411"/>
        <pc:sldMkLst>
          <pc:docMk/>
          <pc:sldMk cId="793723130" sldId="297"/>
        </pc:sldMkLst>
      </pc:sldChg>
      <pc:sldChg chg="add">
        <pc:chgData name="王军波" userId="abc43a65-caf0-4467-916d-72d11a280d59" providerId="ADAL" clId="{3776E186-798B-41EF-99AF-69CD81DF1B15}" dt="2021-05-23T12:51:57.398" v="411"/>
        <pc:sldMkLst>
          <pc:docMk/>
          <pc:sldMk cId="3852609185" sldId="377"/>
        </pc:sldMkLst>
      </pc:sldChg>
      <pc:sldChg chg="addSp delSp modSp modAnim">
        <pc:chgData name="王军波" userId="abc43a65-caf0-4467-916d-72d11a280d59" providerId="ADAL" clId="{3776E186-798B-41EF-99AF-69CD81DF1B15}" dt="2021-05-23T11:01:42.167" v="165"/>
        <pc:sldMkLst>
          <pc:docMk/>
          <pc:sldMk cId="0" sldId="586"/>
        </pc:sldMkLst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27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28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29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30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31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32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38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40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42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44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46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47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48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19.228" v="134" actId="404"/>
          <ac:spMkLst>
            <pc:docMk/>
            <pc:sldMk cId="0" sldId="586"/>
            <ac:spMk id="50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52" creationId="{4F38FE8A-6C66-4A4C-AE15-8DE2184CC2BE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53" creationId="{9494C9E6-D769-4F26-B561-02320B36EEF7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54" creationId="{8FD8E133-F9D2-479C-BE2E-813634F2BE57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55" creationId="{0548D160-D37E-48BF-B8EA-4D3EDE2CF36C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56" creationId="{DA337679-1136-4B42-BE0C-E3097C8FE665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57" creationId="{7B21B8B3-A383-474C-8E0E-51A62C91C930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63" creationId="{8103BB72-41CC-43B8-9427-4BC058F5D37B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65" creationId="{2790FF36-BFB8-4DD3-A934-2774FE06E859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67" creationId="{5B115210-A7DC-4649-AE3B-4F859A7438FF}"/>
          </ac:spMkLst>
        </pc:spChg>
        <pc:spChg chg="del">
          <ac:chgData name="王军波" userId="abc43a65-caf0-4467-916d-72d11a280d59" providerId="ADAL" clId="{3776E186-798B-41EF-99AF-69CD81DF1B15}" dt="2021-05-23T10:57:07.154" v="124" actId="478"/>
          <ac:spMkLst>
            <pc:docMk/>
            <pc:sldMk cId="0" sldId="586"/>
            <ac:spMk id="69" creationId="{68015348-263F-450F-B075-73CF4F20D418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71" creationId="{F84F75EF-FF31-475D-94E9-EA45EF2644B4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72" creationId="{B90E04C4-7D58-48A5-991E-DA045B688BAC}"/>
          </ac:spMkLst>
        </pc:spChg>
        <pc:spChg chg="mod">
          <ac:chgData name="王军波" userId="abc43a65-caf0-4467-916d-72d11a280d59" providerId="ADAL" clId="{3776E186-798B-41EF-99AF-69CD81DF1B15}" dt="2021-05-23T10:58:30.180" v="137" actId="404"/>
          <ac:spMkLst>
            <pc:docMk/>
            <pc:sldMk cId="0" sldId="586"/>
            <ac:spMk id="73" creationId="{D68C4DB0-499C-450E-8C04-C4D3BAA36F72}"/>
          </ac:spMkLst>
        </pc:spChg>
        <pc:spChg chg="del">
          <ac:chgData name="王军波" userId="abc43a65-caf0-4467-916d-72d11a280d59" providerId="ADAL" clId="{3776E186-798B-41EF-99AF-69CD81DF1B15}" dt="2021-05-23T10:57:11.956" v="125" actId="478"/>
          <ac:spMkLst>
            <pc:docMk/>
            <pc:sldMk cId="0" sldId="586"/>
            <ac:spMk id="74" creationId="{9271AF72-AE4C-4150-BA5C-0C1384929E9B}"/>
          </ac:spMkLst>
        </pc:spChg>
        <pc:spChg chg="mod">
          <ac:chgData name="王军波" userId="abc43a65-caf0-4467-916d-72d11a280d59" providerId="ADAL" clId="{3776E186-798B-41EF-99AF-69CD81DF1B15}" dt="2021-05-23T10:58:57.309" v="144" actId="207"/>
          <ac:spMkLst>
            <pc:docMk/>
            <pc:sldMk cId="0" sldId="586"/>
            <ac:spMk id="80" creationId="{E4C32F38-5A71-45B4-B9AF-A05EB23AEBAE}"/>
          </ac:spMkLst>
        </pc:spChg>
        <pc:spChg chg="mod">
          <ac:chgData name="王军波" userId="abc43a65-caf0-4467-916d-72d11a280d59" providerId="ADAL" clId="{3776E186-798B-41EF-99AF-69CD81DF1B15}" dt="2021-05-23T10:58:43.294" v="141" actId="20577"/>
          <ac:spMkLst>
            <pc:docMk/>
            <pc:sldMk cId="0" sldId="586"/>
            <ac:spMk id="81" creationId="{2079F650-F8A0-41FB-9A42-9649636E3DD5}"/>
          </ac:spMkLst>
        </pc:spChg>
        <pc:spChg chg="mod">
          <ac:chgData name="王军波" userId="abc43a65-caf0-4467-916d-72d11a280d59" providerId="ADAL" clId="{3776E186-798B-41EF-99AF-69CD81DF1B15}" dt="2021-05-23T11:00:08.960" v="155" actId="207"/>
          <ac:spMkLst>
            <pc:docMk/>
            <pc:sldMk cId="0" sldId="586"/>
            <ac:spMk id="99" creationId="{64C2BBDD-BE2F-4FB7-9C96-08801CCACCBA}"/>
          </ac:spMkLst>
        </pc:spChg>
        <pc:spChg chg="mod">
          <ac:chgData name="王军波" userId="abc43a65-caf0-4467-916d-72d11a280d59" providerId="ADAL" clId="{3776E186-798B-41EF-99AF-69CD81DF1B15}" dt="2021-05-23T10:59:58.574" v="154" actId="20577"/>
          <ac:spMkLst>
            <pc:docMk/>
            <pc:sldMk cId="0" sldId="586"/>
            <ac:spMk id="101" creationId="{09CD74AF-465C-4BA8-906A-540954FAA29F}"/>
          </ac:spMkLst>
        </pc:spChg>
        <pc:grpChg chg="mod">
          <ac:chgData name="王军波" userId="abc43a65-caf0-4467-916d-72d11a280d59" providerId="ADAL" clId="{3776E186-798B-41EF-99AF-69CD81DF1B15}" dt="2021-05-23T11:00:45.507" v="159" actId="1076"/>
          <ac:grpSpMkLst>
            <pc:docMk/>
            <pc:sldMk cId="0" sldId="586"/>
            <ac:grpSpMk id="3" creationId="{00000000-0000-0000-0000-000000000000}"/>
          </ac:grpSpMkLst>
        </pc:grpChg>
        <pc:grpChg chg="add mod">
          <ac:chgData name="王军波" userId="abc43a65-caf0-4467-916d-72d11a280d59" providerId="ADAL" clId="{3776E186-798B-41EF-99AF-69CD81DF1B15}" dt="2021-05-23T11:00:32.930" v="158" actId="1076"/>
          <ac:grpSpMkLst>
            <pc:docMk/>
            <pc:sldMk cId="0" sldId="586"/>
            <ac:grpSpMk id="51" creationId="{8301569D-08C5-40CE-A2DB-F7DDC7A310A9}"/>
          </ac:grpSpMkLst>
        </pc:grpChg>
        <pc:grpChg chg="add mod">
          <ac:chgData name="王军波" userId="abc43a65-caf0-4467-916d-72d11a280d59" providerId="ADAL" clId="{3776E186-798B-41EF-99AF-69CD81DF1B15}" dt="2021-05-23T11:01:08.573" v="161" actId="1076"/>
          <ac:grpSpMkLst>
            <pc:docMk/>
            <pc:sldMk cId="0" sldId="586"/>
            <ac:grpSpMk id="75" creationId="{C668BD87-2869-41BA-95A2-639864B2082D}"/>
          </ac:grpSpMkLst>
        </pc:grpChg>
        <pc:grpChg chg="add mod">
          <ac:chgData name="王军波" userId="abc43a65-caf0-4467-916d-72d11a280d59" providerId="ADAL" clId="{3776E186-798B-41EF-99AF-69CD81DF1B15}" dt="2021-05-23T11:00:51.748" v="160" actId="1076"/>
          <ac:grpSpMkLst>
            <pc:docMk/>
            <pc:sldMk cId="0" sldId="586"/>
            <ac:grpSpMk id="96" creationId="{D870AB87-2128-4567-A5DD-0C4473CD14D6}"/>
          </ac:grpSpMkLst>
        </pc:grpChg>
        <pc:cxnChg chg="del mod">
          <ac:chgData name="王军波" userId="abc43a65-caf0-4467-916d-72d11a280d59" providerId="ADAL" clId="{3776E186-798B-41EF-99AF-69CD81DF1B15}" dt="2021-05-23T10:57:26.682" v="126" actId="478"/>
          <ac:cxnSpMkLst>
            <pc:docMk/>
            <pc:sldMk cId="0" sldId="586"/>
            <ac:cxnSpMk id="70" creationId="{A3C7D070-2911-4A76-9A60-901F3D44C050}"/>
          </ac:cxnSpMkLst>
        </pc:cxnChg>
      </pc:sldChg>
      <pc:sldChg chg="modSp">
        <pc:chgData name="王军波" userId="abc43a65-caf0-4467-916d-72d11a280d59" providerId="ADAL" clId="{3776E186-798B-41EF-99AF-69CD81DF1B15}" dt="2021-05-23T11:10:04.841" v="286"/>
        <pc:sldMkLst>
          <pc:docMk/>
          <pc:sldMk cId="0" sldId="587"/>
        </pc:sldMkLst>
        <pc:spChg chg="mod">
          <ac:chgData name="王军波" userId="abc43a65-caf0-4467-916d-72d11a280d59" providerId="ADAL" clId="{3776E186-798B-41EF-99AF-69CD81DF1B15}" dt="2021-05-23T11:10:04.841" v="286"/>
          <ac:spMkLst>
            <pc:docMk/>
            <pc:sldMk cId="0" sldId="587"/>
            <ac:spMk id="3" creationId="{666125B3-46E6-CD44-8B15-CE564C996615}"/>
          </ac:spMkLst>
        </pc:spChg>
      </pc:sldChg>
      <pc:sldChg chg="addSp delSp modSp modAnim">
        <pc:chgData name="王军波" userId="abc43a65-caf0-4467-916d-72d11a280d59" providerId="ADAL" clId="{3776E186-798B-41EF-99AF-69CD81DF1B15}" dt="2021-05-23T11:23:05.778" v="317"/>
        <pc:sldMkLst>
          <pc:docMk/>
          <pc:sldMk cId="0" sldId="588"/>
        </pc:sldMkLst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29" creationId="{9C775DE2-A6FD-4C15-9540-91DDAA3EB9BB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30" creationId="{254FB873-68B4-4541-8A29-BB8A5040BB60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31" creationId="{624FDF97-4591-4303-9FB7-E715E443F37B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32" creationId="{D6F397D6-25F3-4214-89AB-94A4B44C3B6A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33" creationId="{E43AA10B-48B2-426A-9D9A-2A611AF28964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34" creationId="{E8A0B8B9-74C2-4EAA-9260-F4A0ECC92A6F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40" creationId="{F78190EF-3D35-4EF2-A482-0F6FF1967FE7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42" creationId="{EF040D09-A49F-424F-82C3-5876E28231F2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44" creationId="{B58BF47C-153C-4414-A723-3E0337FBDBFF}"/>
          </ac:spMkLst>
        </pc:spChg>
        <pc:spChg chg="del">
          <ac:chgData name="王军波" userId="abc43a65-caf0-4467-916d-72d11a280d59" providerId="ADAL" clId="{3776E186-798B-41EF-99AF-69CD81DF1B15}" dt="2021-05-23T11:11:14.551" v="294" actId="478"/>
          <ac:spMkLst>
            <pc:docMk/>
            <pc:sldMk cId="0" sldId="588"/>
            <ac:spMk id="46" creationId="{3F9D91C4-B609-4B36-B963-22B1F2C6B91E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48" creationId="{BA644608-098A-4E89-B10C-BE6E52FFC69F}"/>
          </ac:spMkLst>
        </pc:spChg>
        <pc:spChg chg="mod topLvl">
          <ac:chgData name="王军波" userId="abc43a65-caf0-4467-916d-72d11a280d59" providerId="ADAL" clId="{3776E186-798B-41EF-99AF-69CD81DF1B15}" dt="2021-05-23T11:11:56.641" v="299" actId="164"/>
          <ac:spMkLst>
            <pc:docMk/>
            <pc:sldMk cId="0" sldId="588"/>
            <ac:spMk id="49" creationId="{02A1435D-9580-4E0B-9C7C-4F4FD281943B}"/>
          </ac:spMkLst>
        </pc:spChg>
        <pc:spChg chg="del mod topLvl">
          <ac:chgData name="王军波" userId="abc43a65-caf0-4467-916d-72d11a280d59" providerId="ADAL" clId="{3776E186-798B-41EF-99AF-69CD81DF1B15}" dt="2021-05-23T11:11:38.594" v="297" actId="478"/>
          <ac:spMkLst>
            <pc:docMk/>
            <pc:sldMk cId="0" sldId="588"/>
            <ac:spMk id="50" creationId="{75279E0E-3ECA-4604-BCA4-DAF95BBCEB4B}"/>
          </ac:spMkLst>
        </pc:spChg>
        <pc:spChg chg="mod">
          <ac:chgData name="王军波" userId="abc43a65-caf0-4467-916d-72d11a280d59" providerId="ADAL" clId="{3776E186-798B-41EF-99AF-69CD81DF1B15}" dt="2021-05-23T11:22:39.648" v="312"/>
          <ac:spMkLst>
            <pc:docMk/>
            <pc:sldMk cId="0" sldId="588"/>
            <ac:spMk id="57" creationId="{6ECA9D5B-13A9-455E-B06A-F0F118B8B451}"/>
          </ac:spMkLst>
        </pc:spChg>
        <pc:spChg chg="mod">
          <ac:chgData name="王军波" userId="abc43a65-caf0-4467-916d-72d11a280d59" providerId="ADAL" clId="{3776E186-798B-41EF-99AF-69CD81DF1B15}" dt="2021-05-23T11:22:33.304" v="310"/>
          <ac:spMkLst>
            <pc:docMk/>
            <pc:sldMk cId="0" sldId="588"/>
            <ac:spMk id="69" creationId="{1B3B2B7F-D56C-4660-B76F-FA20202A60B0}"/>
          </ac:spMkLst>
        </pc:spChg>
        <pc:spChg chg="mod">
          <ac:chgData name="王军波" userId="abc43a65-caf0-4467-916d-72d11a280d59" providerId="ADAL" clId="{3776E186-798B-41EF-99AF-69CD81DF1B15}" dt="2021-05-23T11:22:52.084" v="316" actId="20577"/>
          <ac:spMkLst>
            <pc:docMk/>
            <pc:sldMk cId="0" sldId="588"/>
            <ac:spMk id="72" creationId="{4A20157F-03B5-4BF2-B3C9-BC03F4F64E5E}"/>
          </ac:spMkLst>
        </pc:spChg>
        <pc:spChg chg="add del">
          <ac:chgData name="王军波" userId="abc43a65-caf0-4467-916d-72d11a280d59" providerId="ADAL" clId="{3776E186-798B-41EF-99AF-69CD81DF1B15}" dt="2021-05-23T11:22:47.876" v="314" actId="478"/>
          <ac:spMkLst>
            <pc:docMk/>
            <pc:sldMk cId="0" sldId="588"/>
            <ac:spMk id="76" creationId="{C0224E70-80A4-49F9-BDFB-A711AB2ED9D4}"/>
          </ac:spMkLst>
        </pc:spChg>
        <pc:grpChg chg="mod">
          <ac:chgData name="王军波" userId="abc43a65-caf0-4467-916d-72d11a280d59" providerId="ADAL" clId="{3776E186-798B-41EF-99AF-69CD81DF1B15}" dt="2021-05-23T11:10:57.576" v="288" actId="1076"/>
          <ac:grpSpMkLst>
            <pc:docMk/>
            <pc:sldMk cId="0" sldId="588"/>
            <ac:grpSpMk id="4" creationId="{00000000-0000-0000-0000-000000000000}"/>
          </ac:grpSpMkLst>
        </pc:grpChg>
        <pc:grpChg chg="add del mod">
          <ac:chgData name="王军波" userId="abc43a65-caf0-4467-916d-72d11a280d59" providerId="ADAL" clId="{3776E186-798B-41EF-99AF-69CD81DF1B15}" dt="2021-05-23T11:11:35.265" v="295" actId="165"/>
          <ac:grpSpMkLst>
            <pc:docMk/>
            <pc:sldMk cId="0" sldId="588"/>
            <ac:grpSpMk id="28" creationId="{20F8365F-492B-486D-A6A9-3405F610BD0B}"/>
          </ac:grpSpMkLst>
        </pc:grpChg>
        <pc:grpChg chg="add mod">
          <ac:chgData name="王军波" userId="abc43a65-caf0-4467-916d-72d11a280d59" providerId="ADAL" clId="{3776E186-798B-41EF-99AF-69CD81DF1B15}" dt="2021-05-23T11:11:59.128" v="305" actId="1036"/>
          <ac:grpSpMkLst>
            <pc:docMk/>
            <pc:sldMk cId="0" sldId="588"/>
            <ac:grpSpMk id="52" creationId="{EF89EFAF-B147-4D49-997B-673106AE3C7E}"/>
          </ac:grpSpMkLst>
        </pc:grpChg>
        <pc:grpChg chg="add mod">
          <ac:chgData name="王军波" userId="abc43a65-caf0-4467-916d-72d11a280d59" providerId="ADAL" clId="{3776E186-798B-41EF-99AF-69CD81DF1B15}" dt="2021-05-23T11:12:06.586" v="308" actId="1076"/>
          <ac:grpSpMkLst>
            <pc:docMk/>
            <pc:sldMk cId="0" sldId="588"/>
            <ac:grpSpMk id="53" creationId="{8A3C6519-DD76-4A35-92E2-AF5116B3E2E6}"/>
          </ac:grpSpMkLst>
        </pc:grp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35" creationId="{15452A89-95C9-443A-BA53-7881DB293D6D}"/>
          </ac:cxnSpMkLst>
        </pc:cxn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36" creationId="{A901D615-4CFB-471C-A6E6-3F09BECB0909}"/>
          </ac:cxnSpMkLst>
        </pc:cxn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37" creationId="{BC238BF8-2278-41AC-B8D5-5FB1A8E7E92F}"/>
          </ac:cxnSpMkLst>
        </pc:cxn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38" creationId="{1825189B-012F-4FA6-8E17-1F140A3481CE}"/>
          </ac:cxnSpMkLst>
        </pc:cxn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39" creationId="{38605A74-46A2-4CE0-BF48-A3D3F96186B9}"/>
          </ac:cxnSpMkLst>
        </pc:cxn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41" creationId="{91A974C2-5180-4FE8-81A6-2868CBE7ED21}"/>
          </ac:cxnSpMkLst>
        </pc:cxn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43" creationId="{E84AC1BB-B500-4F1C-98C2-4BCBAD467C8A}"/>
          </ac:cxnSpMkLst>
        </pc:cxnChg>
        <pc:cxnChg chg="mod topLvl">
          <ac:chgData name="王军波" userId="abc43a65-caf0-4467-916d-72d11a280d59" providerId="ADAL" clId="{3776E186-798B-41EF-99AF-69CD81DF1B15}" dt="2021-05-23T11:11:56.641" v="299" actId="164"/>
          <ac:cxnSpMkLst>
            <pc:docMk/>
            <pc:sldMk cId="0" sldId="588"/>
            <ac:cxnSpMk id="45" creationId="{A2C9E5F9-B5BC-4223-862F-2F9EE236E85F}"/>
          </ac:cxnSpMkLst>
        </pc:cxnChg>
        <pc:cxnChg chg="del mod topLvl">
          <ac:chgData name="王军波" userId="abc43a65-caf0-4467-916d-72d11a280d59" providerId="ADAL" clId="{3776E186-798B-41EF-99AF-69CD81DF1B15}" dt="2021-05-23T11:11:41.637" v="298" actId="478"/>
          <ac:cxnSpMkLst>
            <pc:docMk/>
            <pc:sldMk cId="0" sldId="588"/>
            <ac:cxnSpMk id="47" creationId="{F3239D8B-59CB-422F-B4DB-D35563233A94}"/>
          </ac:cxnSpMkLst>
        </pc:cxnChg>
      </pc:sldChg>
      <pc:sldChg chg="modSp">
        <pc:chgData name="王军波" userId="abc43a65-caf0-4467-916d-72d11a280d59" providerId="ADAL" clId="{3776E186-798B-41EF-99AF-69CD81DF1B15}" dt="2021-05-23T11:28:26.173" v="375" actId="947"/>
        <pc:sldMkLst>
          <pc:docMk/>
          <pc:sldMk cId="0" sldId="589"/>
        </pc:sldMkLst>
        <pc:spChg chg="mod">
          <ac:chgData name="王军波" userId="abc43a65-caf0-4467-916d-72d11a280d59" providerId="ADAL" clId="{3776E186-798B-41EF-99AF-69CD81DF1B15}" dt="2021-05-23T11:28:26.173" v="375" actId="947"/>
          <ac:spMkLst>
            <pc:docMk/>
            <pc:sldMk cId="0" sldId="589"/>
            <ac:spMk id="3" creationId="{00A6B553-EA07-2C47-9B24-571A846CF87C}"/>
          </ac:spMkLst>
        </pc:spChg>
      </pc:sldChg>
      <pc:sldChg chg="modSp">
        <pc:chgData name="王军波" userId="abc43a65-caf0-4467-916d-72d11a280d59" providerId="ADAL" clId="{3776E186-798B-41EF-99AF-69CD81DF1B15}" dt="2021-05-23T11:28:46.011" v="378"/>
        <pc:sldMkLst>
          <pc:docMk/>
          <pc:sldMk cId="0" sldId="590"/>
        </pc:sldMkLst>
        <pc:spChg chg="mod">
          <ac:chgData name="王军波" userId="abc43a65-caf0-4467-916d-72d11a280d59" providerId="ADAL" clId="{3776E186-798B-41EF-99AF-69CD81DF1B15}" dt="2021-05-23T11:28:46.011" v="378"/>
          <ac:spMkLst>
            <pc:docMk/>
            <pc:sldMk cId="0" sldId="590"/>
            <ac:spMk id="2" creationId="{00000000-0000-0000-0000-000000000000}"/>
          </ac:spMkLst>
        </pc:spChg>
      </pc:sldChg>
      <pc:sldChg chg="addSp delSp modSp modAnim">
        <pc:chgData name="王军波" userId="abc43a65-caf0-4467-916d-72d11a280d59" providerId="ADAL" clId="{3776E186-798B-41EF-99AF-69CD81DF1B15}" dt="2021-05-23T12:46:02.249" v="405"/>
        <pc:sldMkLst>
          <pc:docMk/>
          <pc:sldMk cId="0" sldId="591"/>
        </pc:sldMkLst>
        <pc:spChg chg="mod">
          <ac:chgData name="王军波" userId="abc43a65-caf0-4467-916d-72d11a280d59" providerId="ADAL" clId="{3776E186-798B-41EF-99AF-69CD81DF1B15}" dt="2021-05-23T12:42:26.099" v="395" actId="15"/>
          <ac:spMkLst>
            <pc:docMk/>
            <pc:sldMk cId="0" sldId="591"/>
            <ac:spMk id="3" creationId="{00000000-0000-0000-0000-000000000000}"/>
          </ac:spMkLst>
        </pc:spChg>
        <pc:spChg chg="add del">
          <ac:chgData name="王军波" userId="abc43a65-caf0-4467-916d-72d11a280d59" providerId="ADAL" clId="{3776E186-798B-41EF-99AF-69CD81DF1B15}" dt="2021-05-23T12:41:52.652" v="384"/>
          <ac:spMkLst>
            <pc:docMk/>
            <pc:sldMk cId="0" sldId="591"/>
            <ac:spMk id="5" creationId="{A3DE0E05-5FFD-4C76-B2ED-127776A7118A}"/>
          </ac:spMkLst>
        </pc:spChg>
      </pc:sldChg>
      <pc:sldChg chg="modAnim">
        <pc:chgData name="王军波" userId="abc43a65-caf0-4467-916d-72d11a280d59" providerId="ADAL" clId="{3776E186-798B-41EF-99AF-69CD81DF1B15}" dt="2021-05-23T12:51:06.688" v="409"/>
        <pc:sldMkLst>
          <pc:docMk/>
          <pc:sldMk cId="0" sldId="592"/>
        </pc:sldMkLst>
      </pc:sldChg>
      <pc:sldChg chg="modAnim">
        <pc:chgData name="王军波" userId="abc43a65-caf0-4467-916d-72d11a280d59" providerId="ADAL" clId="{3776E186-798B-41EF-99AF-69CD81DF1B15}" dt="2021-05-23T13:19:48.720" v="417"/>
        <pc:sldMkLst>
          <pc:docMk/>
          <pc:sldMk cId="0" sldId="593"/>
        </pc:sldMkLst>
      </pc:sldChg>
      <pc:sldChg chg="addSp modSp modAnim">
        <pc:chgData name="王军波" userId="abc43a65-caf0-4467-916d-72d11a280d59" providerId="ADAL" clId="{3776E186-798B-41EF-99AF-69CD81DF1B15}" dt="2021-05-23T15:06:41.389" v="433"/>
        <pc:sldMkLst>
          <pc:docMk/>
          <pc:sldMk cId="0" sldId="596"/>
        </pc:sldMkLst>
        <pc:spChg chg="mod">
          <ac:chgData name="王军波" userId="abc43a65-caf0-4467-916d-72d11a280d59" providerId="ADAL" clId="{3776E186-798B-41EF-99AF-69CD81DF1B15}" dt="2021-05-23T15:05:24.723" v="422" actId="164"/>
          <ac:spMkLst>
            <pc:docMk/>
            <pc:sldMk cId="0" sldId="596"/>
            <ac:spMk id="54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5:24.723" v="422" actId="164"/>
          <ac:spMkLst>
            <pc:docMk/>
            <pc:sldMk cId="0" sldId="596"/>
            <ac:spMk id="55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5:24.723" v="422" actId="164"/>
          <ac:spMkLst>
            <pc:docMk/>
            <pc:sldMk cId="0" sldId="596"/>
            <ac:spMk id="56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5:24.723" v="422" actId="164"/>
          <ac:spMkLst>
            <pc:docMk/>
            <pc:sldMk cId="0" sldId="596"/>
            <ac:spMk id="57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6:35.341" v="431" actId="164"/>
          <ac:spMkLst>
            <pc:docMk/>
            <pc:sldMk cId="0" sldId="596"/>
            <ac:spMk id="58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6:35.341" v="431" actId="164"/>
          <ac:spMkLst>
            <pc:docMk/>
            <pc:sldMk cId="0" sldId="596"/>
            <ac:spMk id="60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5:58.619" v="425" actId="164"/>
          <ac:spMkLst>
            <pc:docMk/>
            <pc:sldMk cId="0" sldId="596"/>
            <ac:spMk id="61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5:30.207" v="423" actId="164"/>
          <ac:spMkLst>
            <pc:docMk/>
            <pc:sldMk cId="0" sldId="596"/>
            <ac:spMk id="84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5:30.207" v="423" actId="164"/>
          <ac:spMkLst>
            <pc:docMk/>
            <pc:sldMk cId="0" sldId="596"/>
            <ac:spMk id="87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3T15:05:39.648" v="424" actId="164"/>
          <ac:spMkLst>
            <pc:docMk/>
            <pc:sldMk cId="0" sldId="596"/>
            <ac:spMk id="110" creationId="{00000000-0000-0000-0000-000000000000}"/>
          </ac:spMkLst>
        </pc:spChg>
        <pc:grpChg chg="add mod">
          <ac:chgData name="王军波" userId="abc43a65-caf0-4467-916d-72d11a280d59" providerId="ADAL" clId="{3776E186-798B-41EF-99AF-69CD81DF1B15}" dt="2021-05-23T15:05:24.723" v="422" actId="164"/>
          <ac:grpSpMkLst>
            <pc:docMk/>
            <pc:sldMk cId="0" sldId="596"/>
            <ac:grpSpMk id="2" creationId="{4ABF45BF-1C84-41E0-BBD2-48E6568E220C}"/>
          </ac:grpSpMkLst>
        </pc:grpChg>
        <pc:grpChg chg="add mod">
          <ac:chgData name="王军波" userId="abc43a65-caf0-4467-916d-72d11a280d59" providerId="ADAL" clId="{3776E186-798B-41EF-99AF-69CD81DF1B15}" dt="2021-05-23T15:05:30.207" v="423" actId="164"/>
          <ac:grpSpMkLst>
            <pc:docMk/>
            <pc:sldMk cId="0" sldId="596"/>
            <ac:grpSpMk id="3" creationId="{72FE9609-55D5-4F99-9B53-7B3760E36C97}"/>
          </ac:grpSpMkLst>
        </pc:grpChg>
        <pc:grpChg chg="mod">
          <ac:chgData name="王军波" userId="abc43a65-caf0-4467-916d-72d11a280d59" providerId="ADAL" clId="{3776E186-798B-41EF-99AF-69CD81DF1B15}" dt="2021-05-23T15:05:24.723" v="422" actId="164"/>
          <ac:grpSpMkLst>
            <pc:docMk/>
            <pc:sldMk cId="0" sldId="596"/>
            <ac:grpSpMk id="4" creationId="{00000000-0000-0000-0000-000000000000}"/>
          </ac:grpSpMkLst>
        </pc:grpChg>
        <pc:grpChg chg="add mod">
          <ac:chgData name="王军波" userId="abc43a65-caf0-4467-916d-72d11a280d59" providerId="ADAL" clId="{3776E186-798B-41EF-99AF-69CD81DF1B15}" dt="2021-05-23T15:05:39.648" v="424" actId="164"/>
          <ac:grpSpMkLst>
            <pc:docMk/>
            <pc:sldMk cId="0" sldId="596"/>
            <ac:grpSpMk id="26" creationId="{3BBCE637-8FF0-4BD1-8377-D8801B95D02D}"/>
          </ac:grpSpMkLst>
        </pc:grpChg>
        <pc:grpChg chg="add mod">
          <ac:chgData name="王军波" userId="abc43a65-caf0-4467-916d-72d11a280d59" providerId="ADAL" clId="{3776E186-798B-41EF-99AF-69CD81DF1B15}" dt="2021-05-23T15:06:35.341" v="431" actId="164"/>
          <ac:grpSpMkLst>
            <pc:docMk/>
            <pc:sldMk cId="0" sldId="596"/>
            <ac:grpSpMk id="27" creationId="{64C8BAAE-B81D-41DF-8E71-9E7886855663}"/>
          </ac:grpSpMkLst>
        </pc:grpChg>
        <pc:grpChg chg="add mod">
          <ac:chgData name="王军波" userId="abc43a65-caf0-4467-916d-72d11a280d59" providerId="ADAL" clId="{3776E186-798B-41EF-99AF-69CD81DF1B15}" dt="2021-05-23T15:06:35.341" v="431" actId="164"/>
          <ac:grpSpMkLst>
            <pc:docMk/>
            <pc:sldMk cId="0" sldId="596"/>
            <ac:grpSpMk id="28" creationId="{2358404F-61CF-4104-A668-0C7D22EDA9BC}"/>
          </ac:grpSpMkLst>
        </pc:grpChg>
        <pc:grpChg chg="mod">
          <ac:chgData name="王军波" userId="abc43a65-caf0-4467-916d-72d11a280d59" providerId="ADAL" clId="{3776E186-798B-41EF-99AF-69CD81DF1B15}" dt="2021-05-23T15:05:58.619" v="425" actId="164"/>
          <ac:grpSpMkLst>
            <pc:docMk/>
            <pc:sldMk cId="0" sldId="596"/>
            <ac:grpSpMk id="31" creationId="{00000000-0000-0000-0000-000000000000}"/>
          </ac:grpSpMkLst>
        </pc:grpChg>
        <pc:grpChg chg="mod">
          <ac:chgData name="王军波" userId="abc43a65-caf0-4467-916d-72d11a280d59" providerId="ADAL" clId="{3776E186-798B-41EF-99AF-69CD81DF1B15}" dt="2021-05-23T15:05:30.207" v="423" actId="164"/>
          <ac:grpSpMkLst>
            <pc:docMk/>
            <pc:sldMk cId="0" sldId="596"/>
            <ac:grpSpMk id="62" creationId="{00000000-0000-0000-0000-000000000000}"/>
          </ac:grpSpMkLst>
        </pc:grpChg>
        <pc:grpChg chg="mod">
          <ac:chgData name="王军波" userId="abc43a65-caf0-4467-916d-72d11a280d59" providerId="ADAL" clId="{3776E186-798B-41EF-99AF-69CD81DF1B15}" dt="2021-05-23T15:05:39.648" v="424" actId="164"/>
          <ac:grpSpMkLst>
            <pc:docMk/>
            <pc:sldMk cId="0" sldId="596"/>
            <ac:grpSpMk id="88" creationId="{00000000-0000-0000-0000-000000000000}"/>
          </ac:grpSpMkLst>
        </pc:grpChg>
      </pc:sldChg>
      <pc:sldChg chg="addSp delSp modSp">
        <pc:chgData name="王军波" userId="abc43a65-caf0-4467-916d-72d11a280d59" providerId="ADAL" clId="{3776E186-798B-41EF-99AF-69CD81DF1B15}" dt="2021-05-22T19:28:14.594" v="51" actId="1076"/>
        <pc:sldMkLst>
          <pc:docMk/>
          <pc:sldMk cId="0" sldId="622"/>
        </pc:sldMkLst>
        <pc:spChg chg="del mod">
          <ac:chgData name="王军波" userId="abc43a65-caf0-4467-916d-72d11a280d59" providerId="ADAL" clId="{3776E186-798B-41EF-99AF-69CD81DF1B15}" dt="2021-05-22T19:26:56.747" v="1" actId="478"/>
          <ac:spMkLst>
            <pc:docMk/>
            <pc:sldMk cId="0" sldId="622"/>
            <ac:spMk id="3" creationId="{00000000-0000-0000-0000-000000000000}"/>
          </ac:spMkLst>
        </pc:spChg>
        <pc:spChg chg="add mod">
          <ac:chgData name="王军波" userId="abc43a65-caf0-4467-916d-72d11a280d59" providerId="ADAL" clId="{3776E186-798B-41EF-99AF-69CD81DF1B15}" dt="2021-05-22T19:28:14.594" v="51" actId="1076"/>
          <ac:spMkLst>
            <pc:docMk/>
            <pc:sldMk cId="0" sldId="622"/>
            <ac:spMk id="5" creationId="{0C46E62F-F73A-4CBA-8B03-F5322D0AD5F5}"/>
          </ac:spMkLst>
        </pc:spChg>
      </pc:sldChg>
      <pc:sldChg chg="delSp modSp">
        <pc:chgData name="王军波" userId="abc43a65-caf0-4467-916d-72d11a280d59" providerId="ADAL" clId="{3776E186-798B-41EF-99AF-69CD81DF1B15}" dt="2021-05-22T19:28:52.190" v="81" actId="1037"/>
        <pc:sldMkLst>
          <pc:docMk/>
          <pc:sldMk cId="0" sldId="623"/>
        </pc:sldMkLst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5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6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7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8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9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10" creationId="{00000000-0000-0000-0000-000000000000}"/>
          </ac:spMkLst>
        </pc:spChg>
        <pc:spChg chg="del">
          <ac:chgData name="王军波" userId="abc43a65-caf0-4467-916d-72d11a280d59" providerId="ADAL" clId="{3776E186-798B-41EF-99AF-69CD81DF1B15}" dt="2021-05-22T19:28:46.547" v="57" actId="478"/>
          <ac:spMkLst>
            <pc:docMk/>
            <pc:sldMk cId="0" sldId="623"/>
            <ac:spMk id="11" creationId="{DA887724-44B6-F54A-9D28-2147D7AAF015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19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29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30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31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32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33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34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38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45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46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53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54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41.767" v="56" actId="404"/>
          <ac:spMkLst>
            <pc:docMk/>
            <pc:sldMk cId="0" sldId="623"/>
            <ac:spMk id="57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58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59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60" creationId="{00000000-0000-0000-0000-000000000000}"/>
          </ac:spMkLst>
        </pc:spChg>
        <pc:spChg chg="mod">
          <ac:chgData name="王军波" userId="abc43a65-caf0-4467-916d-72d11a280d59" providerId="ADAL" clId="{3776E186-798B-41EF-99AF-69CD81DF1B15}" dt="2021-05-22T19:28:52.190" v="81" actId="1037"/>
          <ac:spMkLst>
            <pc:docMk/>
            <pc:sldMk cId="0" sldId="623"/>
            <ac:spMk id="61" creationId="{00000000-0000-0000-0000-000000000000}"/>
          </ac:spMkLst>
        </pc:sp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12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13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16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20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23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26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35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36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37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39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40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41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47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50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55" creationId="{00000000-0000-0000-0000-000000000000}"/>
          </ac:cxnSpMkLst>
        </pc:cxnChg>
        <pc:cxnChg chg="mod">
          <ac:chgData name="王军波" userId="abc43a65-caf0-4467-916d-72d11a280d59" providerId="ADAL" clId="{3776E186-798B-41EF-99AF-69CD81DF1B15}" dt="2021-05-22T19:28:52.190" v="81" actId="1037"/>
          <ac:cxnSpMkLst>
            <pc:docMk/>
            <pc:sldMk cId="0" sldId="623"/>
            <ac:cxnSpMk id="56" creationId="{00000000-0000-0000-0000-000000000000}"/>
          </ac:cxnSpMkLst>
        </pc:cxnChg>
      </pc:sldChg>
      <pc:sldChg chg="delSp">
        <pc:chgData name="王军波" userId="abc43a65-caf0-4467-916d-72d11a280d59" providerId="ADAL" clId="{3776E186-798B-41EF-99AF-69CD81DF1B15}" dt="2021-05-22T19:29:01.404" v="82" actId="478"/>
        <pc:sldMkLst>
          <pc:docMk/>
          <pc:sldMk cId="0" sldId="624"/>
        </pc:sldMkLst>
        <pc:spChg chg="del">
          <ac:chgData name="王军波" userId="abc43a65-caf0-4467-916d-72d11a280d59" providerId="ADAL" clId="{3776E186-798B-41EF-99AF-69CD81DF1B15}" dt="2021-05-22T19:29:01.404" v="82" actId="478"/>
          <ac:spMkLst>
            <pc:docMk/>
            <pc:sldMk cId="0" sldId="624"/>
            <ac:spMk id="42" creationId="{F2CB5C5E-1C9D-5F4C-A672-F26EAFC5B538}"/>
          </ac:spMkLst>
        </pc:spChg>
      </pc:sldChg>
      <pc:sldChg chg="delSp modSp">
        <pc:chgData name="王军波" userId="abc43a65-caf0-4467-916d-72d11a280d59" providerId="ADAL" clId="{3776E186-798B-41EF-99AF-69CD81DF1B15}" dt="2021-05-22T19:30:03.616" v="101"/>
        <pc:sldMkLst>
          <pc:docMk/>
          <pc:sldMk cId="0" sldId="625"/>
        </pc:sldMkLst>
        <pc:spChg chg="del">
          <ac:chgData name="王军波" userId="abc43a65-caf0-4467-916d-72d11a280d59" providerId="ADAL" clId="{3776E186-798B-41EF-99AF-69CD81DF1B15}" dt="2021-05-22T19:29:07.288" v="83" actId="478"/>
          <ac:spMkLst>
            <pc:docMk/>
            <pc:sldMk cId="0" sldId="625"/>
            <ac:spMk id="7" creationId="{E358B1A5-A7C7-3642-9CAE-DCCE46AA6290}"/>
          </ac:spMkLst>
        </pc:spChg>
        <pc:spChg chg="mod">
          <ac:chgData name="王军波" userId="abc43a65-caf0-4467-916d-72d11a280d59" providerId="ADAL" clId="{3776E186-798B-41EF-99AF-69CD81DF1B15}" dt="2021-05-22T19:30:03.616" v="101"/>
          <ac:spMkLst>
            <pc:docMk/>
            <pc:sldMk cId="0" sldId="625"/>
            <ac:spMk id="42" creationId="{00000000-0000-0000-0000-000000000000}"/>
          </ac:spMkLst>
        </pc:spChg>
      </pc:sldChg>
      <pc:sldChg chg="modSp modAnim">
        <pc:chgData name="王军波" userId="abc43a65-caf0-4467-916d-72d11a280d59" providerId="ADAL" clId="{3776E186-798B-41EF-99AF-69CD81DF1B15}" dt="2021-05-22T19:31:29.165" v="117" actId="113"/>
        <pc:sldMkLst>
          <pc:docMk/>
          <pc:sldMk cId="0" sldId="626"/>
        </pc:sldMkLst>
        <pc:spChg chg="mod">
          <ac:chgData name="王军波" userId="abc43a65-caf0-4467-916d-72d11a280d59" providerId="ADAL" clId="{3776E186-798B-41EF-99AF-69CD81DF1B15}" dt="2021-05-22T19:31:29.165" v="117" actId="113"/>
          <ac:spMkLst>
            <pc:docMk/>
            <pc:sldMk cId="0" sldId="626"/>
            <ac:spMk id="3" creationId="{00000000-0000-0000-0000-000000000000}"/>
          </ac:spMkLst>
        </pc:spChg>
      </pc:sldChg>
      <pc:sldChg chg="add del">
        <pc:chgData name="王军波" userId="abc43a65-caf0-4467-916d-72d11a280d59" providerId="ADAL" clId="{3776E186-798B-41EF-99AF-69CD81DF1B15}" dt="2021-05-23T13:17:53.025" v="412" actId="2696"/>
        <pc:sldMkLst>
          <pc:docMk/>
          <pc:sldMk cId="490627556" sldId="633"/>
        </pc:sldMkLst>
      </pc:sldChg>
    </pc:docChg>
  </pc:docChgLst>
  <pc:docChgLst>
    <pc:chgData name="军波 王" userId="abc43a65-caf0-4467-916d-72d11a280d59" providerId="ADAL" clId="{58D5D6B4-A9A2-3446-AE8A-C5D6CF9A8727}"/>
    <pc:docChg chg="undo custSel addSld delSld modSld sldOrd modMainMaster delSection modSection">
      <pc:chgData name="军波 王" userId="abc43a65-caf0-4467-916d-72d11a280d59" providerId="ADAL" clId="{58D5D6B4-A9A2-3446-AE8A-C5D6CF9A8727}" dt="2022-11-03T02:03:17.076" v="281" actId="20578"/>
      <pc:docMkLst>
        <pc:docMk/>
      </pc:docMkLst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3124354111" sldId="278"/>
        </pc:sldMkLst>
      </pc:sldChg>
      <pc:sldChg chg="addSp delSp modSp add del mod modClrScheme delAnim modAnim chgLayout">
        <pc:chgData name="军波 王" userId="abc43a65-caf0-4467-916d-72d11a280d59" providerId="ADAL" clId="{58D5D6B4-A9A2-3446-AE8A-C5D6CF9A8727}" dt="2022-10-30T15:48:03.460" v="120" actId="2696"/>
        <pc:sldMkLst>
          <pc:docMk/>
          <pc:sldMk cId="3278496760" sldId="284"/>
        </pc:sldMkLst>
        <pc:spChg chg="del mod ord">
          <ac:chgData name="军波 王" userId="abc43a65-caf0-4467-916d-72d11a280d59" providerId="ADAL" clId="{58D5D6B4-A9A2-3446-AE8A-C5D6CF9A8727}" dt="2022-10-30T13:45:24.574" v="46"/>
          <ac:spMkLst>
            <pc:docMk/>
            <pc:sldMk cId="3278496760" sldId="284"/>
            <ac:spMk id="2" creationId="{5A8E89DE-B889-8F42-B178-7D3EF05938A1}"/>
          </ac:spMkLst>
        </pc:spChg>
        <pc:spChg chg="del">
          <ac:chgData name="军波 王" userId="abc43a65-caf0-4467-916d-72d11a280d59" providerId="ADAL" clId="{58D5D6B4-A9A2-3446-AE8A-C5D6CF9A8727}" dt="2022-10-30T15:47:54.690" v="117" actId="21"/>
          <ac:spMkLst>
            <pc:docMk/>
            <pc:sldMk cId="3278496760" sldId="284"/>
            <ac:spMk id="4" creationId="{07B6994D-475D-3643-807E-B0899E05A494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278496760" sldId="284"/>
            <ac:spMk id="6" creationId="{255D9322-D4AE-4744-B625-C8DA93987722}"/>
          </ac:spMkLst>
        </pc:spChg>
        <pc:spChg chg="add del mod ord">
          <ac:chgData name="军波 王" userId="abc43a65-caf0-4467-916d-72d11a280d59" providerId="ADAL" clId="{58D5D6B4-A9A2-3446-AE8A-C5D6CF9A8727}" dt="2022-10-30T13:41:20.457" v="25" actId="700"/>
          <ac:spMkLst>
            <pc:docMk/>
            <pc:sldMk cId="3278496760" sldId="284"/>
            <ac:spMk id="6" creationId="{5860581F-68F6-F946-9169-5FCC99A4463A}"/>
          </ac:spMkLst>
        </pc:spChg>
        <pc:spChg chg="add del mod ord">
          <ac:chgData name="军波 王" userId="abc43a65-caf0-4467-916d-72d11a280d59" providerId="ADAL" clId="{58D5D6B4-A9A2-3446-AE8A-C5D6CF9A8727}" dt="2022-10-30T13:41:20.457" v="25" actId="700"/>
          <ac:spMkLst>
            <pc:docMk/>
            <pc:sldMk cId="3278496760" sldId="284"/>
            <ac:spMk id="7" creationId="{145F84CC-F443-874C-B29E-B457BC7DC137}"/>
          </ac:spMkLst>
        </pc:spChg>
        <pc:spChg chg="mod">
          <ac:chgData name="军波 王" userId="abc43a65-caf0-4467-916d-72d11a280d59" providerId="ADAL" clId="{58D5D6B4-A9A2-3446-AE8A-C5D6CF9A8727}" dt="2022-10-30T15:40:51.087" v="108" actId="1076"/>
          <ac:spMkLst>
            <pc:docMk/>
            <pc:sldMk cId="3278496760" sldId="284"/>
            <ac:spMk id="36" creationId="{5EF49409-806A-C948-BEF1-017C6E054700}"/>
          </ac:spMkLst>
        </pc:spChg>
        <pc:spChg chg="mod">
          <ac:chgData name="军波 王" userId="abc43a65-caf0-4467-916d-72d11a280d59" providerId="ADAL" clId="{58D5D6B4-A9A2-3446-AE8A-C5D6CF9A8727}" dt="2022-10-30T15:40:51.087" v="108" actId="1076"/>
          <ac:spMkLst>
            <pc:docMk/>
            <pc:sldMk cId="3278496760" sldId="284"/>
            <ac:spMk id="37" creationId="{468F67C3-03A2-1B49-96C5-DFE801471196}"/>
          </ac:spMkLst>
        </pc:spChg>
        <pc:spChg chg="add mod">
          <ac:chgData name="军波 王" userId="abc43a65-caf0-4467-916d-72d11a280d59" providerId="ADAL" clId="{58D5D6B4-A9A2-3446-AE8A-C5D6CF9A8727}" dt="2022-10-30T15:41:06.671" v="112" actId="164"/>
          <ac:spMkLst>
            <pc:docMk/>
            <pc:sldMk cId="3278496760" sldId="284"/>
            <ac:spMk id="41" creationId="{D0A2C1BD-78C3-4848-9234-3136127ED597}"/>
          </ac:spMkLst>
        </pc:spChg>
        <pc:spChg chg="add mod">
          <ac:chgData name="军波 王" userId="abc43a65-caf0-4467-916d-72d11a280d59" providerId="ADAL" clId="{58D5D6B4-A9A2-3446-AE8A-C5D6CF9A8727}" dt="2022-10-30T15:41:06.671" v="112" actId="164"/>
          <ac:spMkLst>
            <pc:docMk/>
            <pc:sldMk cId="3278496760" sldId="284"/>
            <ac:spMk id="43" creationId="{9A6BDE77-8E82-8945-A240-35F04B7A5928}"/>
          </ac:spMkLst>
        </pc:spChg>
        <pc:grpChg chg="mod">
          <ac:chgData name="军波 王" userId="abc43a65-caf0-4467-916d-72d11a280d59" providerId="ADAL" clId="{58D5D6B4-A9A2-3446-AE8A-C5D6CF9A8727}" dt="2022-10-30T15:40:51.087" v="108" actId="1076"/>
          <ac:grpSpMkLst>
            <pc:docMk/>
            <pc:sldMk cId="3278496760" sldId="284"/>
            <ac:grpSpMk id="3" creationId="{7551BAEB-014E-EF42-89F4-FDC8EC07A3A3}"/>
          </ac:grpSpMkLst>
        </pc:grpChg>
        <pc:grpChg chg="add mod">
          <ac:chgData name="军波 王" userId="abc43a65-caf0-4467-916d-72d11a280d59" providerId="ADAL" clId="{58D5D6B4-A9A2-3446-AE8A-C5D6CF9A8727}" dt="2022-10-30T15:41:06.671" v="112" actId="164"/>
          <ac:grpSpMkLst>
            <pc:docMk/>
            <pc:sldMk cId="3278496760" sldId="284"/>
            <ac:grpSpMk id="9" creationId="{D295C1BD-A29F-4643-823A-F40A5AB54A6B}"/>
          </ac:grpSpMkLst>
        </pc:grpChg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793723130" sldId="297"/>
        </pc:sldMkLst>
      </pc:sldChg>
      <pc:sldChg chg="addSp modSp add">
        <pc:chgData name="军波 王" userId="abc43a65-caf0-4467-916d-72d11a280d59" providerId="ADAL" clId="{58D5D6B4-A9A2-3446-AE8A-C5D6CF9A8727}" dt="2022-11-02T07:41:05.707" v="238" actId="1076"/>
        <pc:sldMkLst>
          <pc:docMk/>
          <pc:sldMk cId="197473638" sldId="301"/>
        </pc:sldMkLst>
        <pc:spChg chg="add mod">
          <ac:chgData name="军波 王" userId="abc43a65-caf0-4467-916d-72d11a280d59" providerId="ADAL" clId="{58D5D6B4-A9A2-3446-AE8A-C5D6CF9A8727}" dt="2022-11-02T07:40:11.932" v="223" actId="767"/>
          <ac:spMkLst>
            <pc:docMk/>
            <pc:sldMk cId="197473638" sldId="301"/>
            <ac:spMk id="3" creationId="{EFA00FBD-7388-DD42-B962-526EE085E5EF}"/>
          </ac:spMkLst>
        </pc:spChg>
        <pc:spChg chg="mod">
          <ac:chgData name="军波 王" userId="abc43a65-caf0-4467-916d-72d11a280d59" providerId="ADAL" clId="{58D5D6B4-A9A2-3446-AE8A-C5D6CF9A8727}" dt="2022-11-02T07:41:03.146" v="237" actId="1076"/>
          <ac:spMkLst>
            <pc:docMk/>
            <pc:sldMk cId="197473638" sldId="301"/>
            <ac:spMk id="8" creationId="{5924D0D9-CA56-5A47-B836-901062376D87}"/>
          </ac:spMkLst>
        </pc:spChg>
        <pc:spChg chg="mod">
          <ac:chgData name="军波 王" userId="abc43a65-caf0-4467-916d-72d11a280d59" providerId="ADAL" clId="{58D5D6B4-A9A2-3446-AE8A-C5D6CF9A8727}" dt="2022-11-02T07:41:03.146" v="237" actId="1076"/>
          <ac:spMkLst>
            <pc:docMk/>
            <pc:sldMk cId="197473638" sldId="301"/>
            <ac:spMk id="9" creationId="{F3B66DC7-582D-B049-B4BF-F5FDBCF385AE}"/>
          </ac:spMkLst>
        </pc:spChg>
        <pc:spChg chg="mod">
          <ac:chgData name="军波 王" userId="abc43a65-caf0-4467-916d-72d11a280d59" providerId="ADAL" clId="{58D5D6B4-A9A2-3446-AE8A-C5D6CF9A8727}" dt="2022-11-02T07:40:54.330" v="236" actId="20577"/>
          <ac:spMkLst>
            <pc:docMk/>
            <pc:sldMk cId="197473638" sldId="301"/>
            <ac:spMk id="50179" creationId="{A5D8D093-6DF2-C340-86E1-029CB4C99E4A}"/>
          </ac:spMkLst>
        </pc:spChg>
        <pc:spChg chg="mod">
          <ac:chgData name="军波 王" userId="abc43a65-caf0-4467-916d-72d11a280d59" providerId="ADAL" clId="{58D5D6B4-A9A2-3446-AE8A-C5D6CF9A8727}" dt="2022-11-02T07:41:05.707" v="238" actId="1076"/>
          <ac:spMkLst>
            <pc:docMk/>
            <pc:sldMk cId="197473638" sldId="301"/>
            <ac:spMk id="50180" creationId="{94EE1187-EC40-F643-A0B6-8D45F2796A37}"/>
          </ac:spMkLst>
        </pc:spChg>
      </pc:sldChg>
      <pc:sldChg chg="addSp modSp add mod modClrScheme modAnim chgLayout">
        <pc:chgData name="军波 王" userId="abc43a65-caf0-4467-916d-72d11a280d59" providerId="ADAL" clId="{58D5D6B4-A9A2-3446-AE8A-C5D6CF9A8727}" dt="2022-10-30T14:47:20.178" v="64"/>
        <pc:sldMkLst>
          <pc:docMk/>
          <pc:sldMk cId="3035843578" sldId="303"/>
        </pc:sldMkLst>
        <pc:spChg chg="mod ord">
          <ac:chgData name="军波 王" userId="abc43a65-caf0-4467-916d-72d11a280d59" providerId="ADAL" clId="{58D5D6B4-A9A2-3446-AE8A-C5D6CF9A8727}" dt="2022-10-30T13:46:14.664" v="49" actId="700"/>
          <ac:spMkLst>
            <pc:docMk/>
            <pc:sldMk cId="3035843578" sldId="303"/>
            <ac:spMk id="2" creationId="{3B8B8D02-FDE3-48A0-A6DA-357BE5F48CEE}"/>
          </ac:spMkLst>
        </pc:spChg>
        <pc:spChg chg="mod ord">
          <ac:chgData name="军波 王" userId="abc43a65-caf0-4467-916d-72d11a280d59" providerId="ADAL" clId="{58D5D6B4-A9A2-3446-AE8A-C5D6CF9A8727}" dt="2022-10-30T13:46:14.664" v="49" actId="700"/>
          <ac:spMkLst>
            <pc:docMk/>
            <pc:sldMk cId="3035843578" sldId="303"/>
            <ac:spMk id="3" creationId="{EB774CB9-9269-4282-A6C2-559EE2F2E644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035843578" sldId="303"/>
            <ac:spMk id="4" creationId="{7B137DC1-BA14-434A-8DBB-1CBE9594FBE9}"/>
          </ac:spMkLst>
        </pc:spChg>
      </pc:sldChg>
      <pc:sldChg chg="modSp add mod ord modClrScheme chgLayout">
        <pc:chgData name="军波 王" userId="abc43a65-caf0-4467-916d-72d11a280d59" providerId="ADAL" clId="{58D5D6B4-A9A2-3446-AE8A-C5D6CF9A8727}" dt="2022-11-03T02:03:17.076" v="281" actId="20578"/>
        <pc:sldMkLst>
          <pc:docMk/>
          <pc:sldMk cId="2760320497" sldId="304"/>
        </pc:sldMkLst>
        <pc:spChg chg="mod ord">
          <ac:chgData name="军波 王" userId="abc43a65-caf0-4467-916d-72d11a280d59" providerId="ADAL" clId="{58D5D6B4-A9A2-3446-AE8A-C5D6CF9A8727}" dt="2022-10-30T13:42:37.385" v="37" actId="14100"/>
          <ac:spMkLst>
            <pc:docMk/>
            <pc:sldMk cId="2760320497" sldId="304"/>
            <ac:spMk id="4" creationId="{A3AFC800-2FB3-4B1F-BEB9-7A4C729F5B02}"/>
          </ac:spMkLst>
        </pc:spChg>
        <pc:spChg chg="mod ord">
          <ac:chgData name="军波 王" userId="abc43a65-caf0-4467-916d-72d11a280d59" providerId="ADAL" clId="{58D5D6B4-A9A2-3446-AE8A-C5D6CF9A8727}" dt="2022-10-30T13:42:52.181" v="41" actId="1076"/>
          <ac:spMkLst>
            <pc:docMk/>
            <pc:sldMk cId="2760320497" sldId="304"/>
            <ac:spMk id="5" creationId="{34D33EA6-2792-486D-9C1F-D6D51D091BCF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11:45.969" v="78" actId="207"/>
        <pc:sldMkLst>
          <pc:docMk/>
          <pc:sldMk cId="2322450525" sldId="307"/>
        </pc:sldMkLst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322450525" sldId="307"/>
            <ac:spMk id="2" creationId="{FD04F2B2-552F-0B4A-96AD-6040E7EDC338}"/>
          </ac:spMkLst>
        </pc:spChg>
        <pc:spChg chg="mod ord">
          <ac:chgData name="军波 王" userId="abc43a65-caf0-4467-916d-72d11a280d59" providerId="ADAL" clId="{58D5D6B4-A9A2-3446-AE8A-C5D6CF9A8727}" dt="2022-10-30T15:11:45.969" v="78" actId="207"/>
          <ac:spMkLst>
            <pc:docMk/>
            <pc:sldMk cId="2322450525" sldId="307"/>
            <ac:spMk id="3" creationId="{634EA22A-1BDC-4702-99F2-3A40A333EE55}"/>
          </ac:spMkLst>
        </pc:spChg>
        <pc:spChg chg="mod ord">
          <ac:chgData name="军波 王" userId="abc43a65-caf0-4467-916d-72d11a280d59" providerId="ADAL" clId="{58D5D6B4-A9A2-3446-AE8A-C5D6CF9A8727}" dt="2022-10-30T13:40:48.643" v="15" actId="27636"/>
          <ac:spMkLst>
            <pc:docMk/>
            <pc:sldMk cId="2322450525" sldId="307"/>
            <ac:spMk id="4" creationId="{151FEB49-A3C2-4AF4-8E56-9C24D95C371C}"/>
          </ac:spMkLst>
        </pc:spChg>
      </pc:sldChg>
      <pc:sldChg chg="addSp modSp add mod modClrScheme modAnim chgLayout">
        <pc:chgData name="军波 王" userId="abc43a65-caf0-4467-916d-72d11a280d59" providerId="ADAL" clId="{58D5D6B4-A9A2-3446-AE8A-C5D6CF9A8727}" dt="2022-10-30T14:48:00.289" v="66"/>
        <pc:sldMkLst>
          <pc:docMk/>
          <pc:sldMk cId="3053795786" sldId="312"/>
        </pc:sldMkLst>
        <pc:spChg chg="mod ord">
          <ac:chgData name="军波 王" userId="abc43a65-caf0-4467-916d-72d11a280d59" providerId="ADAL" clId="{58D5D6B4-A9A2-3446-AE8A-C5D6CF9A8727}" dt="2022-10-30T13:47:41.675" v="52" actId="108"/>
          <ac:spMkLst>
            <pc:docMk/>
            <pc:sldMk cId="3053795786" sldId="312"/>
            <ac:spMk id="2" creationId="{A22887DF-BF41-4AF3-AA4A-E36B204A816D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053795786" sldId="312"/>
            <ac:spMk id="3" creationId="{1C1C4A1E-EFF1-4A56-83BD-9E4E35C5150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053795786" sldId="312"/>
            <ac:spMk id="10" creationId="{9E160E59-882F-7E44-9DDB-CAD5D1D9D841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09:35.491" v="198" actId="2696"/>
        <pc:sldMkLst>
          <pc:docMk/>
          <pc:sldMk cId="2334190257" sldId="314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334190257" sldId="314"/>
            <ac:spMk id="2" creationId="{A22887DF-BF41-4AF3-AA4A-E36B204A816D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334190257" sldId="314"/>
            <ac:spMk id="3" creationId="{1C1C4A1E-EFF1-4A56-83BD-9E4E35C5150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334190257" sldId="314"/>
            <ac:spMk id="4" creationId="{0F209E96-7D6A-744F-8EEC-1032588D01E5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07:44.325" v="77" actId="57"/>
        <pc:sldMkLst>
          <pc:docMk/>
          <pc:sldMk cId="3271727629" sldId="315"/>
        </pc:sldMkLst>
        <pc:spChg chg="mod ord">
          <ac:chgData name="军波 王" userId="abc43a65-caf0-4467-916d-72d11a280d59" providerId="ADAL" clId="{58D5D6B4-A9A2-3446-AE8A-C5D6CF9A8727}" dt="2022-10-30T13:48:09.418" v="56" actId="108"/>
          <ac:spMkLst>
            <pc:docMk/>
            <pc:sldMk cId="3271727629" sldId="315"/>
            <ac:spMk id="2" creationId="{A22887DF-BF41-4AF3-AA4A-E36B204A816D}"/>
          </ac:spMkLst>
        </pc:spChg>
        <pc:spChg chg="mod ord">
          <ac:chgData name="军波 王" userId="abc43a65-caf0-4467-916d-72d11a280d59" providerId="ADAL" clId="{58D5D6B4-A9A2-3446-AE8A-C5D6CF9A8727}" dt="2022-10-30T15:07:44.325" v="77" actId="57"/>
          <ac:spMkLst>
            <pc:docMk/>
            <pc:sldMk cId="3271727629" sldId="315"/>
            <ac:spMk id="3" creationId="{1C1C4A1E-EFF1-4A56-83BD-9E4E35C5150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271727629" sldId="315"/>
            <ac:spMk id="4" creationId="{BA3F1965-741B-E543-B4BA-57C67A315CD0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12:12.282" v="84" actId="20577"/>
        <pc:sldMkLst>
          <pc:docMk/>
          <pc:sldMk cId="1767120912" sldId="316"/>
        </pc:sldMkLst>
        <pc:spChg chg="mod ord">
          <ac:chgData name="军波 王" userId="abc43a65-caf0-4467-916d-72d11a280d59" providerId="ADAL" clId="{58D5D6B4-A9A2-3446-AE8A-C5D6CF9A8727}" dt="2022-10-30T15:12:09.454" v="82" actId="207"/>
          <ac:spMkLst>
            <pc:docMk/>
            <pc:sldMk cId="1767120912" sldId="316"/>
            <ac:spMk id="2" creationId="{86DF11F7-0CA3-453A-A9FB-9C1FA9D945EE}"/>
          </ac:spMkLst>
        </pc:spChg>
        <pc:spChg chg="mod ord">
          <ac:chgData name="军波 王" userId="abc43a65-caf0-4467-916d-72d11a280d59" providerId="ADAL" clId="{58D5D6B4-A9A2-3446-AE8A-C5D6CF9A8727}" dt="2022-10-30T15:12:12.282" v="84" actId="20577"/>
          <ac:spMkLst>
            <pc:docMk/>
            <pc:sldMk cId="1767120912" sldId="316"/>
            <ac:spMk id="3" creationId="{3D13F2FF-AA71-44E4-9252-4A0F31B5EC2D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767120912" sldId="316"/>
            <ac:spMk id="4" creationId="{6C72D17A-4EEF-AC4A-8EC6-9FC22585AE9E}"/>
          </ac:spMkLst>
        </pc:spChg>
      </pc:sldChg>
      <pc:sldChg chg="modSp add mod ord modClrScheme chgLayout">
        <pc:chgData name="军波 王" userId="abc43a65-caf0-4467-916d-72d11a280d59" providerId="ADAL" clId="{58D5D6B4-A9A2-3446-AE8A-C5D6CF9A8727}" dt="2022-10-30T13:49:24.072" v="61" actId="207"/>
        <pc:sldMkLst>
          <pc:docMk/>
          <pc:sldMk cId="2622887298" sldId="321"/>
        </pc:sldMkLst>
        <pc:spChg chg="mod ord">
          <ac:chgData name="军波 王" userId="abc43a65-caf0-4467-916d-72d11a280d59" providerId="ADAL" clId="{58D5D6B4-A9A2-3446-AE8A-C5D6CF9A8727}" dt="2022-10-30T13:49:24.072" v="61" actId="207"/>
          <ac:spMkLst>
            <pc:docMk/>
            <pc:sldMk cId="2622887298" sldId="321"/>
            <ac:spMk id="2" creationId="{6CF15840-AC68-4157-8080-7C3F401D26BA}"/>
          </ac:spMkLst>
        </pc:spChg>
        <pc:spChg chg="mod ord">
          <ac:chgData name="军波 王" userId="abc43a65-caf0-4467-916d-72d11a280d59" providerId="ADAL" clId="{58D5D6B4-A9A2-3446-AE8A-C5D6CF9A8727}" dt="2022-10-30T13:49:19.412" v="60" actId="2711"/>
          <ac:spMkLst>
            <pc:docMk/>
            <pc:sldMk cId="2622887298" sldId="321"/>
            <ac:spMk id="3" creationId="{A1F80EC9-EEDB-44F9-8CF8-F402D9B3AF97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09:35.491" v="198" actId="2696"/>
        <pc:sldMkLst>
          <pc:docMk/>
          <pc:sldMk cId="3382336872" sldId="340"/>
        </pc:sldMkLst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382336872" sldId="340"/>
            <ac:spMk id="2" creationId="{96AC6798-FC1D-3240-B882-9126CBDE1F61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382336872" sldId="340"/>
            <ac:spMk id="3" creationId="{2C4610E7-D8C5-1E4D-BB95-5CFD6372EE55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382336872" sldId="340"/>
            <ac:spMk id="5" creationId="{198DB3A5-8738-46AB-AFE7-D62883505759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11:59.400" v="79" actId="207"/>
        <pc:sldMkLst>
          <pc:docMk/>
          <pc:sldMk cId="1141873324" sldId="343"/>
        </pc:sldMkLst>
        <pc:spChg chg="mod ord">
          <ac:chgData name="军波 王" userId="abc43a65-caf0-4467-916d-72d11a280d59" providerId="ADAL" clId="{58D5D6B4-A9A2-3446-AE8A-C5D6CF9A8727}" dt="2022-10-30T15:11:59.400" v="79" actId="207"/>
          <ac:spMkLst>
            <pc:docMk/>
            <pc:sldMk cId="1141873324" sldId="343"/>
            <ac:spMk id="2" creationId="{489C7469-8BFE-4CED-8CFE-B48C4EEB05E9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141873324" sldId="343"/>
            <ac:spMk id="3" creationId="{37E360FD-9BAB-4E39-B67A-E0623330AFAF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141873324" sldId="343"/>
            <ac:spMk id="4" creationId="{00319AF8-C672-7B45-B124-5E755EB0F8D3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6:06:04.613" v="138" actId="207"/>
        <pc:sldMkLst>
          <pc:docMk/>
          <pc:sldMk cId="345611534" sldId="344"/>
        </pc:sldMkLst>
        <pc:spChg chg="mod ord">
          <ac:chgData name="军波 王" userId="abc43a65-caf0-4467-916d-72d11a280d59" providerId="ADAL" clId="{58D5D6B4-A9A2-3446-AE8A-C5D6CF9A8727}" dt="2022-10-30T16:06:04.613" v="138" actId="207"/>
          <ac:spMkLst>
            <pc:docMk/>
            <pc:sldMk cId="345611534" sldId="344"/>
            <ac:spMk id="2" creationId="{1B626D2E-BCF4-4E76-978E-DAC19B3EEBD3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45611534" sldId="344"/>
            <ac:spMk id="3" creationId="{F195CDB5-E9B8-4E1E-93D9-A2584FF016A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45611534" sldId="344"/>
            <ac:spMk id="11" creationId="{1822A54B-190F-5D48-9163-4201BD648CF6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6:05:58.165" v="137" actId="207"/>
        <pc:sldMkLst>
          <pc:docMk/>
          <pc:sldMk cId="1305579912" sldId="350"/>
        </pc:sldMkLst>
        <pc:spChg chg="mod ord">
          <ac:chgData name="军波 王" userId="abc43a65-caf0-4467-916d-72d11a280d59" providerId="ADAL" clId="{58D5D6B4-A9A2-3446-AE8A-C5D6CF9A8727}" dt="2022-10-30T16:05:58.165" v="137" actId="207"/>
          <ac:spMkLst>
            <pc:docMk/>
            <pc:sldMk cId="1305579912" sldId="350"/>
            <ac:spMk id="2" creationId="{C4DD57C7-5AEE-46E0-B437-1B4D9A76DF98}"/>
          </ac:spMkLst>
        </pc:spChg>
        <pc:spChg chg="mod ord">
          <ac:chgData name="军波 王" userId="abc43a65-caf0-4467-916d-72d11a280d59" providerId="ADAL" clId="{58D5D6B4-A9A2-3446-AE8A-C5D6CF9A8727}" dt="2022-10-30T13:40:48.663" v="16" actId="27636"/>
          <ac:spMkLst>
            <pc:docMk/>
            <pc:sldMk cId="1305579912" sldId="350"/>
            <ac:spMk id="3" creationId="{38CF45C7-5F1F-485F-BF83-95040755ADE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305579912" sldId="350"/>
            <ac:spMk id="13" creationId="{B59FB9F9-864E-534F-B4D0-E6E2F61EEE57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12:23.320" v="85" actId="207"/>
        <pc:sldMkLst>
          <pc:docMk/>
          <pc:sldMk cId="1674548977" sldId="360"/>
        </pc:sldMkLst>
        <pc:spChg chg="mod ord">
          <ac:chgData name="军波 王" userId="abc43a65-caf0-4467-916d-72d11a280d59" providerId="ADAL" clId="{58D5D6B4-A9A2-3446-AE8A-C5D6CF9A8727}" dt="2022-10-30T15:12:23.320" v="85" actId="207"/>
          <ac:spMkLst>
            <pc:docMk/>
            <pc:sldMk cId="1674548977" sldId="360"/>
            <ac:spMk id="2" creationId="{01651C75-22B2-4BFF-878A-7B30BDBBB1A3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674548977" sldId="360"/>
            <ac:spMk id="3" creationId="{DDE47B23-B159-485D-A567-2DA6F82F4645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674548977" sldId="360"/>
            <ac:spMk id="10" creationId="{C456BD4B-EDEC-8E46-9A4E-F885AD6F95DA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3:46:58.390" v="51"/>
        <pc:sldMkLst>
          <pc:docMk/>
          <pc:sldMk cId="3803509356" sldId="361"/>
        </pc:sldMkLst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803509356" sldId="361"/>
            <ac:spMk id="2" creationId="{8F08494F-ADE7-3741-B071-2FAD24CE383E}"/>
          </ac:spMkLst>
        </pc:spChg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803509356" sldId="361"/>
            <ac:spMk id="3" creationId="{3A2D0236-0557-934B-8634-56B1BEC48C34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803509356" sldId="361"/>
            <ac:spMk id="4" creationId="{53CFD961-4384-4E45-9B7C-F280695A6D04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3:01:53.075" v="139" actId="14100"/>
        <pc:sldMkLst>
          <pc:docMk/>
          <pc:sldMk cId="3855120464" sldId="362"/>
        </pc:sldMkLst>
        <pc:spChg chg="mod ord">
          <ac:chgData name="军波 王" userId="abc43a65-caf0-4467-916d-72d11a280d59" providerId="ADAL" clId="{58D5D6B4-A9A2-3446-AE8A-C5D6CF9A8727}" dt="2022-10-30T15:12:28.921" v="86" actId="207"/>
          <ac:spMkLst>
            <pc:docMk/>
            <pc:sldMk cId="3855120464" sldId="362"/>
            <ac:spMk id="2" creationId="{AD000F0C-2EBF-48B2-BECE-7DDEA750F5B6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855120464" sldId="362"/>
            <ac:spMk id="3" creationId="{BD9AEE3A-5330-4C8C-9AF4-00AC8D4FE693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855120464" sldId="362"/>
            <ac:spMk id="4" creationId="{96BC1E11-7C97-0647-857F-73A15FA7BEEB}"/>
          </ac:spMkLst>
        </pc:spChg>
        <pc:spChg chg="mod">
          <ac:chgData name="军波 王" userId="abc43a65-caf0-4467-916d-72d11a280d59" providerId="ADAL" clId="{58D5D6B4-A9A2-3446-AE8A-C5D6CF9A8727}" dt="2022-10-31T13:01:53.075" v="139" actId="14100"/>
          <ac:spMkLst>
            <pc:docMk/>
            <pc:sldMk cId="3855120464" sldId="362"/>
            <ac:spMk id="8" creationId="{4D9D5407-0F84-4EF8-9FAF-F21E8536E76D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12:55.689" v="91" actId="207"/>
        <pc:sldMkLst>
          <pc:docMk/>
          <pc:sldMk cId="2209228358" sldId="363"/>
        </pc:sldMkLst>
        <pc:spChg chg="mod ord">
          <ac:chgData name="军波 王" userId="abc43a65-caf0-4467-916d-72d11a280d59" providerId="ADAL" clId="{58D5D6B4-A9A2-3446-AE8A-C5D6CF9A8727}" dt="2022-10-30T15:12:55.689" v="91" actId="207"/>
          <ac:spMkLst>
            <pc:docMk/>
            <pc:sldMk cId="2209228358" sldId="363"/>
            <ac:spMk id="2" creationId="{E72A2050-C410-443A-89CE-DDF3136761C7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209228358" sldId="363"/>
            <ac:spMk id="3" creationId="{E1FFF5D3-FA99-462A-8D42-905A15655952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209228358" sldId="363"/>
            <ac:spMk id="4" creationId="{EFD6ED02-CA02-AD44-9B14-F2C768DC1C67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4:18:42.556" v="186" actId="1076"/>
        <pc:sldMkLst>
          <pc:docMk/>
          <pc:sldMk cId="2722171577" sldId="364"/>
        </pc:sldMkLst>
        <pc:spChg chg="mod ord">
          <ac:chgData name="军波 王" userId="abc43a65-caf0-4467-916d-72d11a280d59" providerId="ADAL" clId="{58D5D6B4-A9A2-3446-AE8A-C5D6CF9A8727}" dt="2022-10-30T15:13:14.780" v="92" actId="207"/>
          <ac:spMkLst>
            <pc:docMk/>
            <pc:sldMk cId="2722171577" sldId="364"/>
            <ac:spMk id="2" creationId="{DEB2F9D3-400E-4BDD-8871-5BDBD54A4382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722171577" sldId="364"/>
            <ac:spMk id="3" creationId="{1E8DA699-C250-4B12-A2B8-64B04E1BADCD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722171577" sldId="364"/>
            <ac:spMk id="4" creationId="{F4C938CE-B2F2-4B49-A447-F7D9FA705454}"/>
          </ac:spMkLst>
        </pc:spChg>
        <pc:spChg chg="mod">
          <ac:chgData name="军波 王" userId="abc43a65-caf0-4467-916d-72d11a280d59" providerId="ADAL" clId="{58D5D6B4-A9A2-3446-AE8A-C5D6CF9A8727}" dt="2022-10-31T14:18:39.035" v="185" actId="1076"/>
          <ac:spMkLst>
            <pc:docMk/>
            <pc:sldMk cId="2722171577" sldId="364"/>
            <ac:spMk id="6" creationId="{2A23D197-3B9F-4708-BAA0-73BD7697EE07}"/>
          </ac:spMkLst>
        </pc:spChg>
        <pc:spChg chg="mod">
          <ac:chgData name="军波 王" userId="abc43a65-caf0-4467-916d-72d11a280d59" providerId="ADAL" clId="{58D5D6B4-A9A2-3446-AE8A-C5D6CF9A8727}" dt="2022-10-31T14:18:42.556" v="186" actId="1076"/>
          <ac:spMkLst>
            <pc:docMk/>
            <pc:sldMk cId="2722171577" sldId="364"/>
            <ac:spMk id="8" creationId="{9FBEAF0C-67C0-4E5F-952A-D9F7A8850A1A}"/>
          </ac:spMkLst>
        </pc:spChg>
      </pc:sldChg>
      <pc:sldChg chg="addSp modSp add mod modClrScheme modAnim chgLayout">
        <pc:chgData name="军波 王" userId="abc43a65-caf0-4467-916d-72d11a280d59" providerId="ADAL" clId="{58D5D6B4-A9A2-3446-AE8A-C5D6CF9A8727}" dt="2022-10-31T14:23:55.787" v="188" actId="1076"/>
        <pc:sldMkLst>
          <pc:docMk/>
          <pc:sldMk cId="2190627727" sldId="365"/>
        </pc:sldMkLst>
        <pc:spChg chg="mod ord">
          <ac:chgData name="军波 王" userId="abc43a65-caf0-4467-916d-72d11a280d59" providerId="ADAL" clId="{58D5D6B4-A9A2-3446-AE8A-C5D6CF9A8727}" dt="2022-10-30T15:13:19.199" v="93" actId="207"/>
          <ac:spMkLst>
            <pc:docMk/>
            <pc:sldMk cId="2190627727" sldId="365"/>
            <ac:spMk id="2" creationId="{587BF84A-5758-4B0F-B435-99FC0043F4CF}"/>
          </ac:spMkLst>
        </pc:spChg>
        <pc:spChg chg="mod ord">
          <ac:chgData name="军波 王" userId="abc43a65-caf0-4467-916d-72d11a280d59" providerId="ADAL" clId="{58D5D6B4-A9A2-3446-AE8A-C5D6CF9A8727}" dt="2022-10-31T14:23:51.616" v="187" actId="20577"/>
          <ac:spMkLst>
            <pc:docMk/>
            <pc:sldMk cId="2190627727" sldId="365"/>
            <ac:spMk id="3" creationId="{D4F1136C-F15D-4CD7-B3A3-2F38473886E4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190627727" sldId="365"/>
            <ac:spMk id="5" creationId="{B87DB4DD-B213-C945-886C-0229AF285046}"/>
          </ac:spMkLst>
        </pc:spChg>
        <pc:graphicFrameChg chg="mod">
          <ac:chgData name="军波 王" userId="abc43a65-caf0-4467-916d-72d11a280d59" providerId="ADAL" clId="{58D5D6B4-A9A2-3446-AE8A-C5D6CF9A8727}" dt="2022-10-31T14:23:55.787" v="188" actId="1076"/>
          <ac:graphicFrameMkLst>
            <pc:docMk/>
            <pc:sldMk cId="2190627727" sldId="365"/>
            <ac:graphicFrameMk id="4" creationId="{EFC861F7-0CC4-47A6-A389-DF0308C609AD}"/>
          </ac:graphicFrameMkLst>
        </pc:graphicFrameChg>
        <pc:graphicFrameChg chg="mod">
          <ac:chgData name="军波 王" userId="abc43a65-caf0-4467-916d-72d11a280d59" providerId="ADAL" clId="{58D5D6B4-A9A2-3446-AE8A-C5D6CF9A8727}" dt="2022-10-31T14:23:55.787" v="188" actId="1076"/>
          <ac:graphicFrameMkLst>
            <pc:docMk/>
            <pc:sldMk cId="2190627727" sldId="365"/>
            <ac:graphicFrameMk id="7" creationId="{8DBDE5D4-0894-4DDC-B6CB-A08A41EF39BA}"/>
          </ac:graphicFrameMkLst>
        </pc:graphicFrameChg>
      </pc:sldChg>
      <pc:sldChg chg="addSp modSp add mod modClrScheme chgLayout">
        <pc:chgData name="军波 王" userId="abc43a65-caf0-4467-916d-72d11a280d59" providerId="ADAL" clId="{58D5D6B4-A9A2-3446-AE8A-C5D6CF9A8727}" dt="2022-10-31T13:43:25.182" v="181" actId="1076"/>
        <pc:sldMkLst>
          <pc:docMk/>
          <pc:sldMk cId="2109125718" sldId="366"/>
        </pc:sldMkLst>
        <pc:spChg chg="mod ord">
          <ac:chgData name="军波 王" userId="abc43a65-caf0-4467-916d-72d11a280d59" providerId="ADAL" clId="{58D5D6B4-A9A2-3446-AE8A-C5D6CF9A8727}" dt="2022-10-30T15:12:44.491" v="89" actId="207"/>
          <ac:spMkLst>
            <pc:docMk/>
            <pc:sldMk cId="2109125718" sldId="366"/>
            <ac:spMk id="2" creationId="{D814214C-5AA2-4E39-B721-52CD29E0D7A1}"/>
          </ac:spMkLst>
        </pc:spChg>
        <pc:spChg chg="mod ord">
          <ac:chgData name="军波 王" userId="abc43a65-caf0-4467-916d-72d11a280d59" providerId="ADAL" clId="{58D5D6B4-A9A2-3446-AE8A-C5D6CF9A8727}" dt="2022-10-31T13:43:17.623" v="180" actId="14100"/>
          <ac:spMkLst>
            <pc:docMk/>
            <pc:sldMk cId="2109125718" sldId="366"/>
            <ac:spMk id="3" creationId="{59E634CD-B899-4CCC-B47F-1CAB7F68C64E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109125718" sldId="366"/>
            <ac:spMk id="4" creationId="{0DEF5456-8F43-FC41-965D-F1806DF2EB81}"/>
          </ac:spMkLst>
        </pc:spChg>
        <pc:graphicFrameChg chg="mod">
          <ac:chgData name="军波 王" userId="abc43a65-caf0-4467-916d-72d11a280d59" providerId="ADAL" clId="{58D5D6B4-A9A2-3446-AE8A-C5D6CF9A8727}" dt="2022-10-31T13:43:25.182" v="181" actId="1076"/>
          <ac:graphicFrameMkLst>
            <pc:docMk/>
            <pc:sldMk cId="2109125718" sldId="366"/>
            <ac:graphicFrameMk id="5" creationId="{8D148476-9F62-457B-AEAD-8F4CD0415668}"/>
          </ac:graphicFrameMkLst>
        </pc:graphicFrameChg>
        <pc:graphicFrameChg chg="mod">
          <ac:chgData name="军波 王" userId="abc43a65-caf0-4467-916d-72d11a280d59" providerId="ADAL" clId="{58D5D6B4-A9A2-3446-AE8A-C5D6CF9A8727}" dt="2022-10-31T13:43:25.182" v="181" actId="1076"/>
          <ac:graphicFrameMkLst>
            <pc:docMk/>
            <pc:sldMk cId="2109125718" sldId="366"/>
            <ac:graphicFrameMk id="12" creationId="{065D2F1D-B109-4FE8-96A6-1C4895843BF4}"/>
          </ac:graphicFrameMkLst>
        </pc:graphicFrameChg>
      </pc:sldChg>
      <pc:sldChg chg="addSp modSp add mod modClrScheme chgLayout">
        <pc:chgData name="军波 王" userId="abc43a65-caf0-4467-916d-72d11a280d59" providerId="ADAL" clId="{58D5D6B4-A9A2-3446-AE8A-C5D6CF9A8727}" dt="2022-10-30T15:13:24.566" v="94" actId="207"/>
        <pc:sldMkLst>
          <pc:docMk/>
          <pc:sldMk cId="2367098830" sldId="367"/>
        </pc:sldMkLst>
        <pc:spChg chg="mod ord">
          <ac:chgData name="军波 王" userId="abc43a65-caf0-4467-916d-72d11a280d59" providerId="ADAL" clId="{58D5D6B4-A9A2-3446-AE8A-C5D6CF9A8727}" dt="2022-10-30T15:13:24.566" v="94" actId="207"/>
          <ac:spMkLst>
            <pc:docMk/>
            <pc:sldMk cId="2367098830" sldId="367"/>
            <ac:spMk id="2" creationId="{C85ED84F-DD92-4711-ABFC-AF81DAE1B9EA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367098830" sldId="367"/>
            <ac:spMk id="3" creationId="{A9E90477-0902-4D09-8D67-D40B97D889DB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367098830" sldId="367"/>
            <ac:spMk id="4" creationId="{2FD1BCC0-5862-E54D-A338-E40BBE868584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13:33.444" v="96" actId="207"/>
        <pc:sldMkLst>
          <pc:docMk/>
          <pc:sldMk cId="1087111017" sldId="368"/>
        </pc:sldMkLst>
        <pc:spChg chg="mod ord">
          <ac:chgData name="军波 王" userId="abc43a65-caf0-4467-916d-72d11a280d59" providerId="ADAL" clId="{58D5D6B4-A9A2-3446-AE8A-C5D6CF9A8727}" dt="2022-10-30T15:13:33.444" v="96" actId="207"/>
          <ac:spMkLst>
            <pc:docMk/>
            <pc:sldMk cId="1087111017" sldId="368"/>
            <ac:spMk id="2" creationId="{D4A1A539-FBFC-4E50-AFFE-425D73B6693F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087111017" sldId="368"/>
            <ac:spMk id="3" creationId="{9BCD6401-C703-433C-9419-D9AF51D09431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087111017" sldId="368"/>
            <ac:spMk id="4" creationId="{BC5529C9-CD09-884F-8706-7BA2A2154E1C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5:00:16.184" v="196" actId="207"/>
        <pc:sldMkLst>
          <pc:docMk/>
          <pc:sldMk cId="3768651250" sldId="369"/>
        </pc:sldMkLst>
        <pc:spChg chg="mod ord">
          <ac:chgData name="军波 王" userId="abc43a65-caf0-4467-916d-72d11a280d59" providerId="ADAL" clId="{58D5D6B4-A9A2-3446-AE8A-C5D6CF9A8727}" dt="2022-10-31T15:00:16.184" v="196" actId="207"/>
          <ac:spMkLst>
            <pc:docMk/>
            <pc:sldMk cId="3768651250" sldId="369"/>
            <ac:spMk id="2" creationId="{951E1F41-1669-4C4E-8CF4-9272CA7333B0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768651250" sldId="369"/>
            <ac:spMk id="3" creationId="{8021665D-E0E3-4170-A803-9C9865118C80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768651250" sldId="369"/>
            <ac:spMk id="4" creationId="{E6CF1BC7-6D8D-744C-A3DC-01105E910C8D}"/>
          </ac:spMkLst>
        </pc:spChg>
      </pc:sldChg>
      <pc:sldChg chg="addSp delSp modSp add mod modClrScheme chgLayout">
        <pc:chgData name="军波 王" userId="abc43a65-caf0-4467-916d-72d11a280d59" providerId="ADAL" clId="{58D5D6B4-A9A2-3446-AE8A-C5D6CF9A8727}" dt="2022-10-31T14:34:41.490" v="193" actId="1076"/>
        <pc:sldMkLst>
          <pc:docMk/>
          <pc:sldMk cId="1393424818" sldId="370"/>
        </pc:sldMkLst>
        <pc:spChg chg="add del mod ord">
          <ac:chgData name="军波 王" userId="abc43a65-caf0-4467-916d-72d11a280d59" providerId="ADAL" clId="{58D5D6B4-A9A2-3446-AE8A-C5D6CF9A8727}" dt="2022-10-30T15:13:43.810" v="98" actId="700"/>
          <ac:spMkLst>
            <pc:docMk/>
            <pc:sldMk cId="1393424818" sldId="370"/>
            <ac:spMk id="2" creationId="{5EEEBB84-60B7-3644-AE56-1E86DDCFB4F4}"/>
          </ac:spMkLst>
        </pc:spChg>
        <pc:spChg chg="mod ord">
          <ac:chgData name="军波 王" userId="abc43a65-caf0-4467-916d-72d11a280d59" providerId="ADAL" clId="{58D5D6B4-A9A2-3446-AE8A-C5D6CF9A8727}" dt="2022-10-31T14:32:53.883" v="191" actId="1076"/>
          <ac:spMkLst>
            <pc:docMk/>
            <pc:sldMk cId="1393424818" sldId="370"/>
            <ac:spMk id="3" creationId="{1859768D-D8A3-4628-84C0-95F2D757310E}"/>
          </ac:spMkLst>
        </pc:spChg>
        <pc:spChg chg="add mod ord">
          <ac:chgData name="军波 王" userId="abc43a65-caf0-4467-916d-72d11a280d59" providerId="ADAL" clId="{58D5D6B4-A9A2-3446-AE8A-C5D6CF9A8727}" dt="2022-10-30T15:13:43.810" v="98" actId="700"/>
          <ac:spMkLst>
            <pc:docMk/>
            <pc:sldMk cId="1393424818" sldId="370"/>
            <ac:spMk id="4" creationId="{C8014596-DBFA-5246-978C-0AB0CE7B26AB}"/>
          </ac:spMkLst>
        </pc:spChg>
        <pc:spChg chg="mod">
          <ac:chgData name="军波 王" userId="abc43a65-caf0-4467-916d-72d11a280d59" providerId="ADAL" clId="{58D5D6B4-A9A2-3446-AE8A-C5D6CF9A8727}" dt="2022-10-31T14:32:49.628" v="189" actId="1076"/>
          <ac:spMkLst>
            <pc:docMk/>
            <pc:sldMk cId="1393424818" sldId="370"/>
            <ac:spMk id="11" creationId="{88831CA2-E678-4660-8A27-11DD7888BDFB}"/>
          </ac:spMkLst>
        </pc:spChg>
        <pc:spChg chg="mod">
          <ac:chgData name="军波 王" userId="abc43a65-caf0-4467-916d-72d11a280d59" providerId="ADAL" clId="{58D5D6B4-A9A2-3446-AE8A-C5D6CF9A8727}" dt="2022-10-31T14:32:49.628" v="189" actId="1076"/>
          <ac:spMkLst>
            <pc:docMk/>
            <pc:sldMk cId="1393424818" sldId="370"/>
            <ac:spMk id="13" creationId="{33020D76-2D87-44E4-9B98-0440FF4A301B}"/>
          </ac:spMkLst>
        </pc:spChg>
        <pc:spChg chg="mod">
          <ac:chgData name="军波 王" userId="abc43a65-caf0-4467-916d-72d11a280d59" providerId="ADAL" clId="{58D5D6B4-A9A2-3446-AE8A-C5D6CF9A8727}" dt="2022-10-31T14:32:49.628" v="189" actId="1076"/>
          <ac:spMkLst>
            <pc:docMk/>
            <pc:sldMk cId="1393424818" sldId="370"/>
            <ac:spMk id="15" creationId="{7790EFED-DFA0-45AD-8E05-AA9702A129F5}"/>
          </ac:spMkLst>
        </pc:spChg>
        <pc:spChg chg="mod">
          <ac:chgData name="军波 王" userId="abc43a65-caf0-4467-916d-72d11a280d59" providerId="ADAL" clId="{58D5D6B4-A9A2-3446-AE8A-C5D6CF9A8727}" dt="2022-10-31T14:33:01.047" v="192" actId="1076"/>
          <ac:spMkLst>
            <pc:docMk/>
            <pc:sldMk cId="1393424818" sldId="370"/>
            <ac:spMk id="21" creationId="{9ECC101F-FD85-4DAB-88F0-FAA9758B3464}"/>
          </ac:spMkLst>
        </pc:spChg>
        <pc:spChg chg="mod">
          <ac:chgData name="军波 王" userId="abc43a65-caf0-4467-916d-72d11a280d59" providerId="ADAL" clId="{58D5D6B4-A9A2-3446-AE8A-C5D6CF9A8727}" dt="2022-10-31T14:34:41.490" v="193" actId="1076"/>
          <ac:spMkLst>
            <pc:docMk/>
            <pc:sldMk cId="1393424818" sldId="370"/>
            <ac:spMk id="22" creationId="{5C80C055-6A94-4D94-BCA8-A1369CF8ABF8}"/>
          </ac:spMkLst>
        </pc:spChg>
        <pc:spChg chg="mod">
          <ac:chgData name="军波 王" userId="abc43a65-caf0-4467-916d-72d11a280d59" providerId="ADAL" clId="{58D5D6B4-A9A2-3446-AE8A-C5D6CF9A8727}" dt="2022-10-31T14:32:49.628" v="189" actId="1076"/>
          <ac:spMkLst>
            <pc:docMk/>
            <pc:sldMk cId="1393424818" sldId="370"/>
            <ac:spMk id="23" creationId="{0C43D5D6-4CF9-4422-8FCB-55DC14A05D6D}"/>
          </ac:spMkLst>
        </pc:spChg>
        <pc:graphicFrameChg chg="mod">
          <ac:chgData name="军波 王" userId="abc43a65-caf0-4467-916d-72d11a280d59" providerId="ADAL" clId="{58D5D6B4-A9A2-3446-AE8A-C5D6CF9A8727}" dt="2022-10-31T14:33:01.047" v="192" actId="1076"/>
          <ac:graphicFrameMkLst>
            <pc:docMk/>
            <pc:sldMk cId="1393424818" sldId="370"/>
            <ac:graphicFrameMk id="6" creationId="{0524C9DE-F720-4460-801C-30379607F7F6}"/>
          </ac:graphicFrameMkLst>
        </pc:graphicFrameChg>
        <pc:graphicFrameChg chg="mod">
          <ac:chgData name="军波 王" userId="abc43a65-caf0-4467-916d-72d11a280d59" providerId="ADAL" clId="{58D5D6B4-A9A2-3446-AE8A-C5D6CF9A8727}" dt="2022-10-31T14:33:01.047" v="192" actId="1076"/>
          <ac:graphicFrameMkLst>
            <pc:docMk/>
            <pc:sldMk cId="1393424818" sldId="370"/>
            <ac:graphicFrameMk id="7" creationId="{12C2E332-1A4F-4A09-B068-8501E5B233DD}"/>
          </ac:graphicFrameMkLst>
        </pc:graphicFrameChg>
        <pc:graphicFrameChg chg="mod">
          <ac:chgData name="军波 王" userId="abc43a65-caf0-4467-916d-72d11a280d59" providerId="ADAL" clId="{58D5D6B4-A9A2-3446-AE8A-C5D6CF9A8727}" dt="2022-10-31T14:33:01.047" v="192" actId="1076"/>
          <ac:graphicFrameMkLst>
            <pc:docMk/>
            <pc:sldMk cId="1393424818" sldId="370"/>
            <ac:graphicFrameMk id="8" creationId="{C71B2027-733C-4FFD-9F64-A9FB3015CF86}"/>
          </ac:graphicFrameMkLst>
        </pc:graphicFrameChg>
        <pc:graphicFrameChg chg="mod">
          <ac:chgData name="军波 王" userId="abc43a65-caf0-4467-916d-72d11a280d59" providerId="ADAL" clId="{58D5D6B4-A9A2-3446-AE8A-C5D6CF9A8727}" dt="2022-10-31T14:33:01.047" v="192" actId="1076"/>
          <ac:graphicFrameMkLst>
            <pc:docMk/>
            <pc:sldMk cId="1393424818" sldId="370"/>
            <ac:graphicFrameMk id="17" creationId="{FDADFB45-E13B-4FF1-9F0E-9DCE20FC69E0}"/>
          </ac:graphicFrameMkLst>
        </pc:graphicFrameChg>
      </pc:sldChg>
      <pc:sldChg chg="addSp modSp add mod modClrScheme chgLayout">
        <pc:chgData name="军波 王" userId="abc43a65-caf0-4467-916d-72d11a280d59" providerId="ADAL" clId="{58D5D6B4-A9A2-3446-AE8A-C5D6CF9A8727}" dt="2022-10-30T15:12:49.655" v="90" actId="207"/>
        <pc:sldMkLst>
          <pc:docMk/>
          <pc:sldMk cId="3789843289" sldId="371"/>
        </pc:sldMkLst>
        <pc:spChg chg="mod ord">
          <ac:chgData name="军波 王" userId="abc43a65-caf0-4467-916d-72d11a280d59" providerId="ADAL" clId="{58D5D6B4-A9A2-3446-AE8A-C5D6CF9A8727}" dt="2022-10-30T15:12:49.655" v="90" actId="207"/>
          <ac:spMkLst>
            <pc:docMk/>
            <pc:sldMk cId="3789843289" sldId="371"/>
            <ac:spMk id="2" creationId="{6C215F32-4C7A-42AC-AACD-BD4B8A4D4BF9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789843289" sldId="371"/>
            <ac:spMk id="3" creationId="{0DF8D1F1-CCB8-46AD-926E-6F15CFDA51EF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789843289" sldId="371"/>
            <ac:spMk id="4" creationId="{F611A4E0-1A81-5246-A79B-499853DFA09D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3:46:58.390" v="51"/>
        <pc:sldMkLst>
          <pc:docMk/>
          <pc:sldMk cId="1544120581" sldId="373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544120581" sldId="373"/>
            <ac:spMk id="3" creationId="{EA8542E3-7CE5-4953-9231-AB1B5BBDF84F}"/>
          </ac:spMkLst>
        </pc:spChg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544120581" sldId="373"/>
            <ac:spMk id="4" creationId="{9DF02FA6-B9B2-174E-808A-648420E2C424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544120581" sldId="373"/>
            <ac:spMk id="11" creationId="{4BA2A52B-9B92-0744-A00D-2813B946FB42}"/>
          </ac:spMkLst>
        </pc:spChg>
      </pc:sldChg>
      <pc:sldChg chg="addSp modSp add mod modClrScheme modAnim chgLayout">
        <pc:chgData name="军波 王" userId="abc43a65-caf0-4467-916d-72d11a280d59" providerId="ADAL" clId="{58D5D6B4-A9A2-3446-AE8A-C5D6CF9A8727}" dt="2022-10-31T13:34:59.623" v="179"/>
        <pc:sldMkLst>
          <pc:docMk/>
          <pc:sldMk cId="2474844546" sldId="374"/>
        </pc:sldMkLst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474844546" sldId="374"/>
            <ac:spMk id="2" creationId="{339A87BA-A22D-C240-B96B-3EFD81D6760C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474844546" sldId="374"/>
            <ac:spMk id="3" creationId="{8C91FE8C-1FCE-924C-BC82-D79CB4AC4E9D}"/>
          </ac:spMkLst>
        </pc:spChg>
        <pc:spChg chg="mod ord">
          <ac:chgData name="军波 王" userId="abc43a65-caf0-4467-916d-72d11a280d59" providerId="ADAL" clId="{58D5D6B4-A9A2-3446-AE8A-C5D6CF9A8727}" dt="2022-10-31T13:32:54.305" v="163" actId="14100"/>
          <ac:spMkLst>
            <pc:docMk/>
            <pc:sldMk cId="2474844546" sldId="374"/>
            <ac:spMk id="4" creationId="{96E82D7D-7FAB-446E-9861-EE8DCDA63CDE}"/>
          </ac:spMkLst>
        </pc:spChg>
        <pc:spChg chg="add">
          <ac:chgData name="军波 王" userId="abc43a65-caf0-4467-916d-72d11a280d59" providerId="ADAL" clId="{58D5D6B4-A9A2-3446-AE8A-C5D6CF9A8727}" dt="2022-10-31T13:34:04.580" v="164" actId="11529"/>
          <ac:spMkLst>
            <pc:docMk/>
            <pc:sldMk cId="2474844546" sldId="374"/>
            <ac:spMk id="5" creationId="{48334200-53B0-BC44-9A03-35B566DD6FBB}"/>
          </ac:spMkLst>
        </pc:spChg>
        <pc:spChg chg="mod">
          <ac:chgData name="军波 王" userId="abc43a65-caf0-4467-916d-72d11a280d59" providerId="ADAL" clId="{58D5D6B4-A9A2-3446-AE8A-C5D6CF9A8727}" dt="2022-10-31T13:15:41.332" v="145" actId="1076"/>
          <ac:spMkLst>
            <pc:docMk/>
            <pc:sldMk cId="2474844546" sldId="374"/>
            <ac:spMk id="6" creationId="{4F1AC54A-4105-434D-AC3B-D6E80EDE1847}"/>
          </ac:spMkLst>
        </pc:spChg>
        <pc:spChg chg="mod">
          <ac:chgData name="军波 王" userId="abc43a65-caf0-4467-916d-72d11a280d59" providerId="ADAL" clId="{58D5D6B4-A9A2-3446-AE8A-C5D6CF9A8727}" dt="2022-10-31T13:15:05.523" v="140" actId="1076"/>
          <ac:spMkLst>
            <pc:docMk/>
            <pc:sldMk cId="2474844546" sldId="374"/>
            <ac:spMk id="7" creationId="{84B5F160-FC00-494F-8189-69251C9FF025}"/>
          </ac:spMkLst>
        </pc:spChg>
        <pc:spChg chg="add mod">
          <ac:chgData name="军波 王" userId="abc43a65-caf0-4467-916d-72d11a280d59" providerId="ADAL" clId="{58D5D6B4-A9A2-3446-AE8A-C5D6CF9A8727}" dt="2022-10-31T13:34:13.619" v="167" actId="14100"/>
          <ac:spMkLst>
            <pc:docMk/>
            <pc:sldMk cId="2474844546" sldId="374"/>
            <ac:spMk id="8" creationId="{BD338C45-C9C6-5847-84CA-8FE3DF2A9644}"/>
          </ac:spMkLst>
        </pc:spChg>
        <pc:spChg chg="add mod">
          <ac:chgData name="军波 王" userId="abc43a65-caf0-4467-916d-72d11a280d59" providerId="ADAL" clId="{58D5D6B4-A9A2-3446-AE8A-C5D6CF9A8727}" dt="2022-10-31T13:34:20.030" v="170" actId="14100"/>
          <ac:spMkLst>
            <pc:docMk/>
            <pc:sldMk cId="2474844546" sldId="374"/>
            <ac:spMk id="9" creationId="{7ABCD166-55DF-BB4E-BAD5-BEAE751F4F28}"/>
          </ac:spMkLst>
        </pc:spChg>
        <pc:spChg chg="add mod">
          <ac:chgData name="军波 王" userId="abc43a65-caf0-4467-916d-72d11a280d59" providerId="ADAL" clId="{58D5D6B4-A9A2-3446-AE8A-C5D6CF9A8727}" dt="2022-10-31T13:34:26.937" v="173" actId="14100"/>
          <ac:spMkLst>
            <pc:docMk/>
            <pc:sldMk cId="2474844546" sldId="374"/>
            <ac:spMk id="10" creationId="{1C8451D1-4974-FB43-BE6F-EB47B1E4DB9A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3:24:15.988" v="162" actId="767"/>
        <pc:sldMkLst>
          <pc:docMk/>
          <pc:sldMk cId="920499126" sldId="375"/>
        </pc:sldMkLst>
        <pc:spChg chg="mod ord">
          <ac:chgData name="军波 王" userId="abc43a65-caf0-4467-916d-72d11a280d59" providerId="ADAL" clId="{58D5D6B4-A9A2-3446-AE8A-C5D6CF9A8727}" dt="2022-10-30T15:12:34.028" v="87" actId="207"/>
          <ac:spMkLst>
            <pc:docMk/>
            <pc:sldMk cId="920499126" sldId="375"/>
            <ac:spMk id="2" creationId="{7511CDB7-3BAF-46B3-A48E-2A60498E77B5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920499126" sldId="375"/>
            <ac:spMk id="3" creationId="{228A1923-E0DD-BB4B-8740-A8E518B267CA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920499126" sldId="375"/>
            <ac:spMk id="4" creationId="{E4A2715F-1D33-44C1-B1CF-7EC6F04DEB56}"/>
          </ac:spMkLst>
        </pc:spChg>
        <pc:spChg chg="add mod">
          <ac:chgData name="军波 王" userId="abc43a65-caf0-4467-916d-72d11a280d59" providerId="ADAL" clId="{58D5D6B4-A9A2-3446-AE8A-C5D6CF9A8727}" dt="2022-10-31T13:24:15.988" v="162" actId="767"/>
          <ac:spMkLst>
            <pc:docMk/>
            <pc:sldMk cId="920499126" sldId="375"/>
            <ac:spMk id="7" creationId="{E9E1D7C7-52CC-904C-8B9A-C2FC7975326D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8" creationId="{D3AE31FA-916E-4E71-97B9-CCEE70C82B56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11" creationId="{9B6A61CD-B12B-46CD-AEEF-CE34076EF4FB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12" creationId="{D5414743-5EBE-482E-94BF-586E8891A513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13" creationId="{EEDBFFC6-324A-4D8E-ACBE-BB48C1A9360E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15" creationId="{46876499-28C7-48E1-8594-B956A603821A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16" creationId="{FA14564B-F9DC-4406-BD31-8473A67BD2B0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18" creationId="{B2C0549A-DDC6-43B1-8A33-B53F0B140DE9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19" creationId="{92E16472-D0FF-4BA9-B25A-932B246CF626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21" creationId="{6DE21B1F-EA70-4B07-93F3-15DB292F7EEF}"/>
          </ac:spMkLst>
        </pc:spChg>
        <pc:spChg chg="mod">
          <ac:chgData name="军波 王" userId="abc43a65-caf0-4467-916d-72d11a280d59" providerId="ADAL" clId="{58D5D6B4-A9A2-3446-AE8A-C5D6CF9A8727}" dt="2022-10-31T13:19:22.193" v="161" actId="1038"/>
          <ac:spMkLst>
            <pc:docMk/>
            <pc:sldMk cId="920499126" sldId="375"/>
            <ac:spMk id="22" creationId="{9634E51D-869B-433C-A1C0-5C856D2655B6}"/>
          </ac:spMkLst>
        </pc:spChg>
        <pc:graphicFrameChg chg="mod">
          <ac:chgData name="军波 王" userId="abc43a65-caf0-4467-916d-72d11a280d59" providerId="ADAL" clId="{58D5D6B4-A9A2-3446-AE8A-C5D6CF9A8727}" dt="2022-10-31T13:19:22.193" v="161" actId="1038"/>
          <ac:graphicFrameMkLst>
            <pc:docMk/>
            <pc:sldMk cId="920499126" sldId="375"/>
            <ac:graphicFrameMk id="6" creationId="{623394B9-47E4-49C7-9E7C-E44605669CB3}"/>
          </ac:graphicFrameMkLst>
        </pc:graphicFrameChg>
        <pc:graphicFrameChg chg="mod">
          <ac:chgData name="军波 王" userId="abc43a65-caf0-4467-916d-72d11a280d59" providerId="ADAL" clId="{58D5D6B4-A9A2-3446-AE8A-C5D6CF9A8727}" dt="2022-10-31T13:19:22.193" v="161" actId="1038"/>
          <ac:graphicFrameMkLst>
            <pc:docMk/>
            <pc:sldMk cId="920499126" sldId="375"/>
            <ac:graphicFrameMk id="10" creationId="{7C10F06F-DCBB-4CF8-AE12-1CFF9012AEE4}"/>
          </ac:graphicFrameMkLst>
        </pc:graphicFrameChg>
        <pc:graphicFrameChg chg="mod">
          <ac:chgData name="军波 王" userId="abc43a65-caf0-4467-916d-72d11a280d59" providerId="ADAL" clId="{58D5D6B4-A9A2-3446-AE8A-C5D6CF9A8727}" dt="2022-10-31T13:19:22.193" v="161" actId="1038"/>
          <ac:graphicFrameMkLst>
            <pc:docMk/>
            <pc:sldMk cId="920499126" sldId="375"/>
            <ac:graphicFrameMk id="14" creationId="{4CDEFCB6-53D4-472D-9B5E-51A41CEA1681}"/>
          </ac:graphicFrameMkLst>
        </pc:graphicFrameChg>
        <pc:graphicFrameChg chg="mod">
          <ac:chgData name="军波 王" userId="abc43a65-caf0-4467-916d-72d11a280d59" providerId="ADAL" clId="{58D5D6B4-A9A2-3446-AE8A-C5D6CF9A8727}" dt="2022-10-31T13:19:22.193" v="161" actId="1038"/>
          <ac:graphicFrameMkLst>
            <pc:docMk/>
            <pc:sldMk cId="920499126" sldId="375"/>
            <ac:graphicFrameMk id="17" creationId="{229F01D1-B610-4766-BC7D-BF8E48B91331}"/>
          </ac:graphicFrameMkLst>
        </pc:graphicFrameChg>
        <pc:graphicFrameChg chg="mod">
          <ac:chgData name="军波 王" userId="abc43a65-caf0-4467-916d-72d11a280d59" providerId="ADAL" clId="{58D5D6B4-A9A2-3446-AE8A-C5D6CF9A8727}" dt="2022-10-31T13:19:22.193" v="161" actId="1038"/>
          <ac:graphicFrameMkLst>
            <pc:docMk/>
            <pc:sldMk cId="920499126" sldId="375"/>
            <ac:graphicFrameMk id="20" creationId="{9B8D2BB4-B8FD-4DBC-8E35-0CA8EBA771CD}"/>
          </ac:graphicFrameMkLst>
        </pc:graphicFrameChg>
        <pc:graphicFrameChg chg="mod">
          <ac:chgData name="军波 王" userId="abc43a65-caf0-4467-916d-72d11a280d59" providerId="ADAL" clId="{58D5D6B4-A9A2-3446-AE8A-C5D6CF9A8727}" dt="2022-10-31T13:19:22.193" v="161" actId="1038"/>
          <ac:graphicFrameMkLst>
            <pc:docMk/>
            <pc:sldMk cId="920499126" sldId="375"/>
            <ac:graphicFrameMk id="23" creationId="{C4081F8E-A2B6-4339-903E-2CDB4027E773}"/>
          </ac:graphicFrameMkLst>
        </pc:graphicFrameChg>
      </pc:sldChg>
      <pc:sldChg chg="addSp delSp modSp add mod modClrScheme chgLayout">
        <pc:chgData name="军波 王" userId="abc43a65-caf0-4467-916d-72d11a280d59" providerId="ADAL" clId="{58D5D6B4-A9A2-3446-AE8A-C5D6CF9A8727}" dt="2022-11-02T08:38:07.405" v="266" actId="1036"/>
        <pc:sldMkLst>
          <pc:docMk/>
          <pc:sldMk cId="903807538" sldId="376"/>
        </pc:sldMkLst>
        <pc:spChg chg="mod ord">
          <ac:chgData name="军波 王" userId="abc43a65-caf0-4467-916d-72d11a280d59" providerId="ADAL" clId="{58D5D6B4-A9A2-3446-AE8A-C5D6CF9A8727}" dt="2022-10-30T15:12:39.564" v="88" actId="207"/>
          <ac:spMkLst>
            <pc:docMk/>
            <pc:sldMk cId="903807538" sldId="376"/>
            <ac:spMk id="2" creationId="{4F959171-964A-419E-A2D7-891AAAB48ED8}"/>
          </ac:spMkLst>
        </pc:spChg>
        <pc:spChg chg="add del mod ord">
          <ac:chgData name="军波 王" userId="abc43a65-caf0-4467-916d-72d11a280d59" providerId="ADAL" clId="{58D5D6B4-A9A2-3446-AE8A-C5D6CF9A8727}" dt="2022-11-02T08:37:52.230" v="239" actId="478"/>
          <ac:spMkLst>
            <pc:docMk/>
            <pc:sldMk cId="903807538" sldId="376"/>
            <ac:spMk id="3" creationId="{6C5A5410-AC51-0647-97B0-F4E9A92D0E69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7" creationId="{9702393E-2380-4CCA-A3D1-A4F2BA7919AA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8" creationId="{65804F83-09E0-4786-903A-4169FD942107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903807538" sldId="376"/>
            <ac:spMk id="9" creationId="{D9FA5D57-9E5E-B645-8774-D678132DC80B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11" creationId="{6B68B890-DF35-43CA-858B-4B6EA2567E72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12" creationId="{85ADBEFA-907E-4738-8B30-17D4C992D434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13" creationId="{31F24EDB-9085-44BB-94D1-5DA70AB44702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14" creationId="{148495C2-B79F-45A5-87B1-016CF0328853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17" creationId="{177BC197-B4CB-4D1C-8384-FA071BA1DE6F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18" creationId="{92B1F1FD-A7E9-4D38-A3C4-3689ECF45903}"/>
          </ac:spMkLst>
        </pc:spChg>
        <pc:spChg chg="mod">
          <ac:chgData name="军波 王" userId="abc43a65-caf0-4467-916d-72d11a280d59" providerId="ADAL" clId="{58D5D6B4-A9A2-3446-AE8A-C5D6CF9A8727}" dt="2022-11-02T08:38:07.405" v="266" actId="1036"/>
          <ac:spMkLst>
            <pc:docMk/>
            <pc:sldMk cId="903807538" sldId="376"/>
            <ac:spMk id="19" creationId="{82158E1A-598B-402E-92AA-798DF40A83E5}"/>
          </ac:spMkLst>
        </pc:spChg>
        <pc:graphicFrameChg chg="mod">
          <ac:chgData name="军波 王" userId="abc43a65-caf0-4467-916d-72d11a280d59" providerId="ADAL" clId="{58D5D6B4-A9A2-3446-AE8A-C5D6CF9A8727}" dt="2022-11-02T08:38:07.405" v="266" actId="1036"/>
          <ac:graphicFrameMkLst>
            <pc:docMk/>
            <pc:sldMk cId="903807538" sldId="376"/>
            <ac:graphicFrameMk id="4" creationId="{668B9512-1C00-4F0D-8D03-1A57DB0E50CE}"/>
          </ac:graphicFrameMkLst>
        </pc:graphicFrameChg>
        <pc:graphicFrameChg chg="mod">
          <ac:chgData name="军波 王" userId="abc43a65-caf0-4467-916d-72d11a280d59" providerId="ADAL" clId="{58D5D6B4-A9A2-3446-AE8A-C5D6CF9A8727}" dt="2022-11-02T08:38:07.405" v="266" actId="1036"/>
          <ac:graphicFrameMkLst>
            <pc:docMk/>
            <pc:sldMk cId="903807538" sldId="376"/>
            <ac:graphicFrameMk id="5" creationId="{752E6853-188D-4D76-A088-C4DE4CF09620}"/>
          </ac:graphicFrameMkLst>
        </pc:graphicFrameChg>
        <pc:graphicFrameChg chg="mod">
          <ac:chgData name="军波 王" userId="abc43a65-caf0-4467-916d-72d11a280d59" providerId="ADAL" clId="{58D5D6B4-A9A2-3446-AE8A-C5D6CF9A8727}" dt="2022-11-02T08:38:07.405" v="266" actId="1036"/>
          <ac:graphicFrameMkLst>
            <pc:docMk/>
            <pc:sldMk cId="903807538" sldId="376"/>
            <ac:graphicFrameMk id="6" creationId="{53C206E0-9DCC-4EF1-918F-37708D53917E}"/>
          </ac:graphicFrameMkLst>
        </pc:graphicFrameChg>
        <pc:graphicFrameChg chg="mod">
          <ac:chgData name="军波 王" userId="abc43a65-caf0-4467-916d-72d11a280d59" providerId="ADAL" clId="{58D5D6B4-A9A2-3446-AE8A-C5D6CF9A8727}" dt="2022-11-02T08:38:07.405" v="266" actId="1036"/>
          <ac:graphicFrameMkLst>
            <pc:docMk/>
            <pc:sldMk cId="903807538" sldId="376"/>
            <ac:graphicFrameMk id="10" creationId="{880E6B4B-895D-4EED-846B-9B2BA3219B0D}"/>
          </ac:graphicFrameMkLst>
        </pc:graphicFrameChg>
        <pc:graphicFrameChg chg="mod">
          <ac:chgData name="军波 王" userId="abc43a65-caf0-4467-916d-72d11a280d59" providerId="ADAL" clId="{58D5D6B4-A9A2-3446-AE8A-C5D6CF9A8727}" dt="2022-11-02T08:38:07.405" v="266" actId="1036"/>
          <ac:graphicFrameMkLst>
            <pc:docMk/>
            <pc:sldMk cId="903807538" sldId="376"/>
            <ac:graphicFrameMk id="15" creationId="{D0B9FB3B-8E52-4F91-99B5-F8203A9B3D73}"/>
          </ac:graphicFrameMkLst>
        </pc:graphicFrameChg>
        <pc:graphicFrameChg chg="mod">
          <ac:chgData name="军波 王" userId="abc43a65-caf0-4467-916d-72d11a280d59" providerId="ADAL" clId="{58D5D6B4-A9A2-3446-AE8A-C5D6CF9A8727}" dt="2022-11-02T08:38:07.405" v="266" actId="1036"/>
          <ac:graphicFrameMkLst>
            <pc:docMk/>
            <pc:sldMk cId="903807538" sldId="376"/>
            <ac:graphicFrameMk id="16" creationId="{68A9579B-AD00-43F4-BA77-273ED7512681}"/>
          </ac:graphicFrameMkLst>
        </pc:graphicFrameChg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3852609185" sldId="377"/>
        </pc:sldMkLst>
      </pc:sldChg>
      <pc:sldChg chg="addSp delSp modSp add mod modClrScheme chgLayout">
        <pc:chgData name="军波 王" userId="abc43a65-caf0-4467-916d-72d11a280d59" providerId="ADAL" clId="{58D5D6B4-A9A2-3446-AE8A-C5D6CF9A8727}" dt="2022-10-31T15:00:08.086" v="195" actId="1076"/>
        <pc:sldMkLst>
          <pc:docMk/>
          <pc:sldMk cId="4106273326" sldId="378"/>
        </pc:sldMkLst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4106273326" sldId="378"/>
            <ac:spMk id="2" creationId="{15955C7D-5712-664C-A338-C23426258BDF}"/>
          </ac:spMkLst>
        </pc:spChg>
        <pc:spChg chg="add del mod ord">
          <ac:chgData name="军波 王" userId="abc43a65-caf0-4467-916d-72d11a280d59" providerId="ADAL" clId="{58D5D6B4-A9A2-3446-AE8A-C5D6CF9A8727}" dt="2022-10-31T15:00:03.155" v="194" actId="478"/>
          <ac:spMkLst>
            <pc:docMk/>
            <pc:sldMk cId="4106273326" sldId="378"/>
            <ac:spMk id="3" creationId="{219B1145-4857-F741-8BB2-9A043D114613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4106273326" sldId="378"/>
            <ac:spMk id="4" creationId="{0E267743-7A67-DC45-A3F7-9A7D4AB78084}"/>
          </ac:spMkLst>
        </pc:spChg>
        <pc:spChg chg="mod">
          <ac:chgData name="军波 王" userId="abc43a65-caf0-4467-916d-72d11a280d59" providerId="ADAL" clId="{58D5D6B4-A9A2-3446-AE8A-C5D6CF9A8727}" dt="2022-10-31T15:00:08.086" v="195" actId="1076"/>
          <ac:spMkLst>
            <pc:docMk/>
            <pc:sldMk cId="4106273326" sldId="378"/>
            <ac:spMk id="5" creationId="{005C6324-7BFC-4E15-8781-892B7FD959C5}"/>
          </ac:spMkLst>
        </pc:spChg>
        <pc:spChg chg="mod">
          <ac:chgData name="军波 王" userId="abc43a65-caf0-4467-916d-72d11a280d59" providerId="ADAL" clId="{58D5D6B4-A9A2-3446-AE8A-C5D6CF9A8727}" dt="2022-10-31T15:00:08.086" v="195" actId="1076"/>
          <ac:spMkLst>
            <pc:docMk/>
            <pc:sldMk cId="4106273326" sldId="378"/>
            <ac:spMk id="6" creationId="{86E5316B-BF38-4133-9480-D4D733EADFA6}"/>
          </ac:spMkLst>
        </pc:spChg>
        <pc:spChg chg="mod">
          <ac:chgData name="军波 王" userId="abc43a65-caf0-4467-916d-72d11a280d59" providerId="ADAL" clId="{58D5D6B4-A9A2-3446-AE8A-C5D6CF9A8727}" dt="2022-10-31T15:00:08.086" v="195" actId="1076"/>
          <ac:spMkLst>
            <pc:docMk/>
            <pc:sldMk cId="4106273326" sldId="378"/>
            <ac:spMk id="7" creationId="{5D066BE9-C4C9-4D42-880A-97EC3D0CC384}"/>
          </ac:spMkLst>
        </pc:spChg>
        <pc:spChg chg="mod">
          <ac:chgData name="军波 王" userId="abc43a65-caf0-4467-916d-72d11a280d59" providerId="ADAL" clId="{58D5D6B4-A9A2-3446-AE8A-C5D6CF9A8727}" dt="2022-10-31T15:00:08.086" v="195" actId="1076"/>
          <ac:spMkLst>
            <pc:docMk/>
            <pc:sldMk cId="4106273326" sldId="378"/>
            <ac:spMk id="8" creationId="{FA787393-7969-4030-BED9-83EC01B32CB9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5:52:33.509" v="136" actId="1076"/>
        <pc:sldMkLst>
          <pc:docMk/>
          <pc:sldMk cId="933413508" sldId="379"/>
        </pc:sldMkLst>
        <pc:spChg chg="mod ord">
          <ac:chgData name="军波 王" userId="abc43a65-caf0-4467-916d-72d11a280d59" providerId="ADAL" clId="{58D5D6B4-A9A2-3446-AE8A-C5D6CF9A8727}" dt="2022-10-30T15:12:05.217" v="81" actId="207"/>
          <ac:spMkLst>
            <pc:docMk/>
            <pc:sldMk cId="933413508" sldId="379"/>
            <ac:spMk id="2" creationId="{5085A43F-0A35-4AE9-907F-A8E3467AE5AF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933413508" sldId="379"/>
            <ac:spMk id="3" creationId="{6577FC0B-C154-3D46-906C-D57407DA1657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4" creationId="{464C66D2-42AA-4398-82A7-A640D64A8D42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5" creationId="{298DC6AA-3FC4-4FF0-88D0-9971F0EE0669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6" creationId="{AFE7737C-C47C-47CB-B6FD-20EB9E97B753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7" creationId="{D6B40C9C-83F2-432E-9327-CC1F4D35A3FF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16" creationId="{CF39405B-5499-4DB7-9242-2FBDFF72DE7D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17" creationId="{92D516D3-BAAB-40A9-936A-9BFDC4C9E26E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18" creationId="{FB413F3C-1200-4AD8-AAFA-884B98C90FD5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19" creationId="{C4949F9F-750D-420C-9373-14B0549BF625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0" creationId="{892EBA32-605A-4E44-ACEA-88EA28177E8B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2" creationId="{9C622D53-EE1E-4A09-970E-A6F8417E416A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3" creationId="{6BD4231D-1714-49B4-BB1F-2910EAB9E85E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4" creationId="{7CCBAA99-E435-467D-85A3-C8F77169A05E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5" creationId="{5C06B8E5-82EF-46EF-8EA0-C36200B24F67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6" creationId="{75415973-9B48-4C53-B532-22F34AFB90F9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7" creationId="{417BE656-FAE6-4742-84B1-59023ED6771D}"/>
          </ac:spMkLst>
        </pc:spChg>
        <pc:spChg chg="mod">
          <ac:chgData name="军波 王" userId="abc43a65-caf0-4467-916d-72d11a280d59" providerId="ADAL" clId="{58D5D6B4-A9A2-3446-AE8A-C5D6CF9A8727}" dt="2022-10-30T15:52:26.897" v="134" actId="1076"/>
          <ac:spMkLst>
            <pc:docMk/>
            <pc:sldMk cId="933413508" sldId="379"/>
            <ac:spMk id="28" creationId="{811266F4-D0D5-4DE7-A4F4-C3BF115D9E73}"/>
          </ac:spMkLst>
        </pc:spChg>
        <pc:spChg chg="mod ord">
          <ac:chgData name="军波 王" userId="abc43a65-caf0-4467-916d-72d11a280d59" providerId="ADAL" clId="{58D5D6B4-A9A2-3446-AE8A-C5D6CF9A8727}" dt="2022-10-30T15:52:33.509" v="136" actId="1076"/>
          <ac:spMkLst>
            <pc:docMk/>
            <pc:sldMk cId="933413508" sldId="379"/>
            <ac:spMk id="30" creationId="{B0A99DD7-748B-4170-9556-C0820AD7E64D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12:36.214" v="220" actId="2696"/>
        <pc:sldMkLst>
          <pc:docMk/>
          <pc:sldMk cId="1204083156" sldId="384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204083156" sldId="384"/>
            <ac:spMk id="2" creationId="{D05B33AB-448B-45CC-92AA-7BDB3BDE2DD7}"/>
          </ac:spMkLst>
        </pc:spChg>
        <pc:spChg chg="mod ord">
          <ac:chgData name="军波 王" userId="abc43a65-caf0-4467-916d-72d11a280d59" providerId="ADAL" clId="{58D5D6B4-A9A2-3446-AE8A-C5D6CF9A8727}" dt="2022-10-31T15:12:14.522" v="211" actId="21"/>
          <ac:spMkLst>
            <pc:docMk/>
            <pc:sldMk cId="1204083156" sldId="384"/>
            <ac:spMk id="3" creationId="{583CBA84-958B-4767-93FB-CBC5A2E966C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204083156" sldId="384"/>
            <ac:spMk id="4" creationId="{D684619B-4E2E-D848-9F6B-B00B41FBD510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09:35.491" v="198" actId="2696"/>
        <pc:sldMkLst>
          <pc:docMk/>
          <pc:sldMk cId="3769082415" sldId="385"/>
        </pc:sldMkLst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769082415" sldId="385"/>
            <ac:spMk id="2" creationId="{46903A34-FB07-1747-A982-7A77D9A18113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769082415" sldId="385"/>
            <ac:spMk id="3" creationId="{1C006F27-87C1-A143-A949-3F092AAC43AB}"/>
          </ac:spMkLst>
        </pc:spChg>
        <pc:spChg chg="mod ord">
          <ac:chgData name="军波 王" userId="abc43a65-caf0-4467-916d-72d11a280d59" providerId="ADAL" clId="{58D5D6B4-A9A2-3446-AE8A-C5D6CF9A8727}" dt="2022-10-30T13:40:48.904" v="23" actId="27636"/>
          <ac:spMkLst>
            <pc:docMk/>
            <pc:sldMk cId="3769082415" sldId="385"/>
            <ac:spMk id="4" creationId="{C0278EC1-8A39-4953-8D35-8AACF5A08DB0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09:35.491" v="198" actId="2696"/>
        <pc:sldMkLst>
          <pc:docMk/>
          <pc:sldMk cId="1585195187" sldId="387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585195187" sldId="387"/>
            <ac:spMk id="2" creationId="{493306CD-F028-42B1-8102-BA77BD0AE0EA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585195187" sldId="387"/>
            <ac:spMk id="3" creationId="{E5C4D718-16C6-4AEC-AAFD-D0695F331D3A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585195187" sldId="387"/>
            <ac:spMk id="7" creationId="{E4EFB21E-9169-6745-A908-4E599C9B0E8E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09:35.491" v="198" actId="2696"/>
        <pc:sldMkLst>
          <pc:docMk/>
          <pc:sldMk cId="2349569020" sldId="388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349569020" sldId="388"/>
            <ac:spMk id="3" creationId="{82E383BB-BA68-4BC3-92D6-B3591A0FF293}"/>
          </ac:spMkLst>
        </pc:spChg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349569020" sldId="388"/>
            <ac:spMk id="4" creationId="{CC4372C6-B17C-364A-BA97-91F35AC020FB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349569020" sldId="388"/>
            <ac:spMk id="5" creationId="{FE69025C-AFCF-5A43-BE18-4F7CEA413176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09:35.491" v="198" actId="2696"/>
        <pc:sldMkLst>
          <pc:docMk/>
          <pc:sldMk cId="2900482018" sldId="389"/>
        </pc:sldMkLst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900482018" sldId="389"/>
            <ac:spMk id="2" creationId="{8DCE9971-D6E4-AA4E-8732-0B66EF89A2E4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900482018" sldId="389"/>
            <ac:spMk id="3" creationId="{AC1671FB-1709-4E27-BB6F-AF00EA39EB4D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900482018" sldId="389"/>
            <ac:spMk id="10" creationId="{1345BFC4-A62F-F047-A27F-3EA55EEE18F6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5:00:20.892" v="197" actId="207"/>
        <pc:sldMkLst>
          <pc:docMk/>
          <pc:sldMk cId="2821422308" sldId="392"/>
        </pc:sldMkLst>
        <pc:spChg chg="mod ord">
          <ac:chgData name="军波 王" userId="abc43a65-caf0-4467-916d-72d11a280d59" providerId="ADAL" clId="{58D5D6B4-A9A2-3446-AE8A-C5D6CF9A8727}" dt="2022-10-31T15:00:20.892" v="197" actId="207"/>
          <ac:spMkLst>
            <pc:docMk/>
            <pc:sldMk cId="2821422308" sldId="392"/>
            <ac:spMk id="2" creationId="{A6872160-6BFE-4BDF-87CF-36F4AC16DD5E}"/>
          </ac:spMkLst>
        </pc:spChg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821422308" sldId="392"/>
            <ac:spMk id="3" creationId="{297F4FDD-C178-B640-86E0-7DD6E2029FCC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821422308" sldId="392"/>
            <ac:spMk id="4" creationId="{F3728D4C-3CA9-3641-80BD-139F26EB4E4B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5:09:57.530" v="199" actId="207"/>
        <pc:sldMkLst>
          <pc:docMk/>
          <pc:sldMk cId="622333959" sldId="393"/>
        </pc:sldMkLst>
        <pc:spChg chg="mod ord">
          <ac:chgData name="军波 王" userId="abc43a65-caf0-4467-916d-72d11a280d59" providerId="ADAL" clId="{58D5D6B4-A9A2-3446-AE8A-C5D6CF9A8727}" dt="2022-10-31T15:09:57.530" v="199" actId="207"/>
          <ac:spMkLst>
            <pc:docMk/>
            <pc:sldMk cId="622333959" sldId="393"/>
            <ac:spMk id="2" creationId="{C7E302B7-3AD8-4CF2-9F93-073BA957A91F}"/>
          </ac:spMkLst>
        </pc:spChg>
        <pc:spChg chg="mod ord">
          <ac:chgData name="军波 王" userId="abc43a65-caf0-4467-916d-72d11a280d59" providerId="ADAL" clId="{58D5D6B4-A9A2-3446-AE8A-C5D6CF9A8727}" dt="2022-10-30T13:40:48.837" v="20" actId="27636"/>
          <ac:spMkLst>
            <pc:docMk/>
            <pc:sldMk cId="622333959" sldId="393"/>
            <ac:spMk id="3" creationId="{4BD2559B-A63B-4492-8D5B-E7803DAB818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622333959" sldId="393"/>
            <ac:spMk id="4" creationId="{E656EA30-70B4-7444-AF6A-CBC28AD15CF5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5:10:14.672" v="200" actId="207"/>
        <pc:sldMkLst>
          <pc:docMk/>
          <pc:sldMk cId="1193696111" sldId="394"/>
        </pc:sldMkLst>
        <pc:spChg chg="mod ord">
          <ac:chgData name="军波 王" userId="abc43a65-caf0-4467-916d-72d11a280d59" providerId="ADAL" clId="{58D5D6B4-A9A2-3446-AE8A-C5D6CF9A8727}" dt="2022-10-31T15:10:14.672" v="200" actId="207"/>
          <ac:spMkLst>
            <pc:docMk/>
            <pc:sldMk cId="1193696111" sldId="394"/>
            <ac:spMk id="2" creationId="{0D2CBB9E-1E76-4DF2-BD4C-960D393F6FD7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193696111" sldId="394"/>
            <ac:spMk id="3" creationId="{B9C8785F-A718-443E-92B5-3C8B95A15EEE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193696111" sldId="394"/>
            <ac:spMk id="11" creationId="{69CC2488-3475-EE47-851E-B11365612147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1T15:10:20.928" v="201" actId="207"/>
        <pc:sldMkLst>
          <pc:docMk/>
          <pc:sldMk cId="1537808657" sldId="395"/>
        </pc:sldMkLst>
        <pc:spChg chg="mod ord">
          <ac:chgData name="军波 王" userId="abc43a65-caf0-4467-916d-72d11a280d59" providerId="ADAL" clId="{58D5D6B4-A9A2-3446-AE8A-C5D6CF9A8727}" dt="2022-10-31T15:10:20.928" v="201" actId="207"/>
          <ac:spMkLst>
            <pc:docMk/>
            <pc:sldMk cId="1537808657" sldId="395"/>
            <ac:spMk id="2" creationId="{E444D060-1156-4A54-AB20-D75A020F60F6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537808657" sldId="395"/>
            <ac:spMk id="3" creationId="{AA1D2171-84AD-45C1-9B58-E6EEC69D5E9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537808657" sldId="395"/>
            <ac:spMk id="4" creationId="{EA766718-D38A-3244-ABAB-F951B37039F3}"/>
          </ac:spMkLst>
        </pc:spChg>
      </pc:sldChg>
      <pc:sldChg chg="addSp delSp modSp add mod modClrScheme delAnim modAnim chgLayout">
        <pc:chgData name="军波 王" userId="abc43a65-caf0-4467-916d-72d11a280d59" providerId="ADAL" clId="{58D5D6B4-A9A2-3446-AE8A-C5D6CF9A8727}" dt="2022-11-02T12:26:40.444" v="280"/>
        <pc:sldMkLst>
          <pc:docMk/>
          <pc:sldMk cId="1519714854" sldId="396"/>
        </pc:sldMkLst>
        <pc:spChg chg="add 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1519714854" sldId="396"/>
            <ac:spMk id="2" creationId="{9C1CFCB8-1F3A-BA42-A604-B009D69A2728}"/>
          </ac:spMkLst>
        </pc:spChg>
        <pc:spChg chg="mod ord">
          <ac:chgData name="军波 王" userId="abc43a65-caf0-4467-916d-72d11a280d59" providerId="ADAL" clId="{58D5D6B4-A9A2-3446-AE8A-C5D6CF9A8727}" dt="2022-10-31T15:10:52.407" v="207" actId="14100"/>
          <ac:spMkLst>
            <pc:docMk/>
            <pc:sldMk cId="1519714854" sldId="396"/>
            <ac:spMk id="3" creationId="{F7FF36E5-67B9-4181-BE41-BA5F391142C7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1519714854" sldId="396"/>
            <ac:spMk id="4" creationId="{095884FD-1A2C-D04B-8324-4BF18B546432}"/>
          </ac:spMkLst>
        </pc:spChg>
        <pc:spChg chg="mod">
          <ac:chgData name="军波 王" userId="abc43a65-caf0-4467-916d-72d11a280d59" providerId="ADAL" clId="{58D5D6B4-A9A2-3446-AE8A-C5D6CF9A8727}" dt="2022-10-31T15:10:59.326" v="209" actId="1076"/>
          <ac:spMkLst>
            <pc:docMk/>
            <pc:sldMk cId="1519714854" sldId="396"/>
            <ac:spMk id="5" creationId="{93282E1A-FBFD-4A42-9DE1-C1A3F88E1769}"/>
          </ac:spMkLst>
        </pc:spChg>
        <pc:spChg chg="del mod">
          <ac:chgData name="军波 王" userId="abc43a65-caf0-4467-916d-72d11a280d59" providerId="ADAL" clId="{58D5D6B4-A9A2-3446-AE8A-C5D6CF9A8727}" dt="2022-10-31T15:12:08.634" v="210" actId="478"/>
          <ac:spMkLst>
            <pc:docMk/>
            <pc:sldMk cId="1519714854" sldId="396"/>
            <ac:spMk id="6" creationId="{3D96FE5E-093B-4C03-8791-33B4D1B25984}"/>
          </ac:spMkLst>
        </pc:spChg>
        <pc:spChg chg="add mod">
          <ac:chgData name="军波 王" userId="abc43a65-caf0-4467-916d-72d11a280d59" providerId="ADAL" clId="{58D5D6B4-A9A2-3446-AE8A-C5D6CF9A8727}" dt="2022-11-02T12:26:39.848" v="279" actId="404"/>
          <ac:spMkLst>
            <pc:docMk/>
            <pc:sldMk cId="1519714854" sldId="396"/>
            <ac:spMk id="8" creationId="{10F104C3-B94E-A64E-B3F2-73FDD803A97D}"/>
          </ac:spMkLst>
        </pc:spChg>
      </pc:sldChg>
      <pc:sldChg chg="addSp delSp modSp add del mod modClrScheme delAnim chgLayout">
        <pc:chgData name="军波 王" userId="abc43a65-caf0-4467-916d-72d11a280d59" providerId="ADAL" clId="{58D5D6B4-A9A2-3446-AE8A-C5D6CF9A8727}" dt="2022-10-30T14:58:24.052" v="70" actId="2696"/>
        <pc:sldMkLst>
          <pc:docMk/>
          <pc:sldMk cId="375340886" sldId="398"/>
        </pc:sldMkLst>
        <pc:spChg chg="mod ord">
          <ac:chgData name="军波 王" userId="abc43a65-caf0-4467-916d-72d11a280d59" providerId="ADAL" clId="{58D5D6B4-A9A2-3446-AE8A-C5D6CF9A8727}" dt="2022-10-30T13:47:45.869" v="53" actId="108"/>
          <ac:spMkLst>
            <pc:docMk/>
            <pc:sldMk cId="375340886" sldId="398"/>
            <ac:spMk id="2" creationId="{A22887DF-BF41-4AF3-AA4A-E36B204A816D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75340886" sldId="398"/>
            <ac:spMk id="3" creationId="{1C1C4A1E-EFF1-4A56-83BD-9E4E35C5150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75340886" sldId="398"/>
            <ac:spMk id="4" creationId="{87AC45D5-340A-154D-85D2-987621BEB28C}"/>
          </ac:spMkLst>
        </pc:spChg>
        <pc:spChg chg="del">
          <ac:chgData name="军波 王" userId="abc43a65-caf0-4467-916d-72d11a280d59" providerId="ADAL" clId="{58D5D6B4-A9A2-3446-AE8A-C5D6CF9A8727}" dt="2022-10-30T14:58:14.220" v="69" actId="478"/>
          <ac:spMkLst>
            <pc:docMk/>
            <pc:sldMk cId="375340886" sldId="398"/>
            <ac:spMk id="59" creationId="{1B86EAD2-5667-ED45-BA25-1200A63DFC7C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3:47:49.485" v="54" actId="108"/>
        <pc:sldMkLst>
          <pc:docMk/>
          <pc:sldMk cId="2920289907" sldId="399"/>
        </pc:sldMkLst>
        <pc:spChg chg="mod ord">
          <ac:chgData name="军波 王" userId="abc43a65-caf0-4467-916d-72d11a280d59" providerId="ADAL" clId="{58D5D6B4-A9A2-3446-AE8A-C5D6CF9A8727}" dt="2022-10-30T13:47:49.485" v="54" actId="108"/>
          <ac:spMkLst>
            <pc:docMk/>
            <pc:sldMk cId="2920289907" sldId="399"/>
            <ac:spMk id="2" creationId="{A22887DF-BF41-4AF3-AA4A-E36B204A816D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920289907" sldId="399"/>
            <ac:spMk id="3" creationId="{1C1C4A1E-EFF1-4A56-83BD-9E4E35C5150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920289907" sldId="399"/>
            <ac:spMk id="6" creationId="{9955812B-D7B7-5C4A-BD3D-94FF86137EAA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3:46:58.390" v="51"/>
        <pc:sldMkLst>
          <pc:docMk/>
          <pc:sldMk cId="4022988785" sldId="400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4022988785" sldId="400"/>
            <ac:spMk id="2" creationId="{D036BCD9-962E-F146-914B-C0D49384AC32}"/>
          </ac:spMkLst>
        </pc:spChg>
        <pc:spChg chg="mod ord">
          <ac:chgData name="军波 王" userId="abc43a65-caf0-4467-916d-72d11a280d59" providerId="ADAL" clId="{58D5D6B4-A9A2-3446-AE8A-C5D6CF9A8727}" dt="2022-10-30T13:40:48.590" v="14" actId="27636"/>
          <ac:spMkLst>
            <pc:docMk/>
            <pc:sldMk cId="4022988785" sldId="400"/>
            <ac:spMk id="3" creationId="{AD68C765-FE65-0E47-BFEA-549DD57A67F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4022988785" sldId="400"/>
            <ac:spMk id="4" creationId="{BD1E437C-6485-BC4E-A4B4-E1BCFC2FB81C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3:46:58.390" v="51"/>
        <pc:sldMkLst>
          <pc:docMk/>
          <pc:sldMk cId="3376881129" sldId="401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3376881129" sldId="401"/>
            <ac:spMk id="2" creationId="{D036BCD9-962E-F146-914B-C0D49384AC32}"/>
          </ac:spMkLst>
        </pc:spChg>
        <pc:spChg chg="mod ord">
          <ac:chgData name="军波 王" userId="abc43a65-caf0-4467-916d-72d11a280d59" providerId="ADAL" clId="{58D5D6B4-A9A2-3446-AE8A-C5D6CF9A8727}" dt="2022-10-30T13:40:48.695" v="17" actId="27636"/>
          <ac:spMkLst>
            <pc:docMk/>
            <pc:sldMk cId="3376881129" sldId="401"/>
            <ac:spMk id="3" creationId="{AD68C765-FE65-0E47-BFEA-549DD57A67F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3376881129" sldId="401"/>
            <ac:spMk id="4" creationId="{1B083389-167D-8A46-955D-AA3652BC79F8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3:46:58.390" v="51"/>
        <pc:sldMkLst>
          <pc:docMk/>
          <pc:sldMk cId="450791701" sldId="403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450791701" sldId="403"/>
            <ac:spMk id="2" creationId="{D036BCD9-962E-F146-914B-C0D49384AC32}"/>
          </ac:spMkLst>
        </pc:spChg>
        <pc:spChg chg="mod ord">
          <ac:chgData name="军波 王" userId="abc43a65-caf0-4467-916d-72d11a280d59" providerId="ADAL" clId="{58D5D6B4-A9A2-3446-AE8A-C5D6CF9A8727}" dt="2022-10-30T13:40:48.771" v="18" actId="27636"/>
          <ac:spMkLst>
            <pc:docMk/>
            <pc:sldMk cId="450791701" sldId="403"/>
            <ac:spMk id="3" creationId="{AD68C765-FE65-0E47-BFEA-549DD57A67F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450791701" sldId="403"/>
            <ac:spMk id="4" creationId="{2BE6314D-5F56-7D49-8517-20ABDCAE19DD}"/>
          </ac:spMkLst>
        </pc:spChg>
      </pc:sldChg>
      <pc:sldChg chg="addSp modSp add mod modClrScheme chgLayout">
        <pc:chgData name="军波 王" userId="abc43a65-caf0-4467-916d-72d11a280d59" providerId="ADAL" clId="{58D5D6B4-A9A2-3446-AE8A-C5D6CF9A8727}" dt="2022-10-30T13:46:58.390" v="51"/>
        <pc:sldMkLst>
          <pc:docMk/>
          <pc:sldMk cId="4252307717" sldId="404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4252307717" sldId="404"/>
            <ac:spMk id="2" creationId="{D036BCD9-962E-F146-914B-C0D49384AC32}"/>
          </ac:spMkLst>
        </pc:spChg>
        <pc:spChg chg="mod ord">
          <ac:chgData name="军波 王" userId="abc43a65-caf0-4467-916d-72d11a280d59" providerId="ADAL" clId="{58D5D6B4-A9A2-3446-AE8A-C5D6CF9A8727}" dt="2022-10-30T13:40:48.826" v="19" actId="27636"/>
          <ac:spMkLst>
            <pc:docMk/>
            <pc:sldMk cId="4252307717" sldId="404"/>
            <ac:spMk id="3" creationId="{AD68C765-FE65-0E47-BFEA-549DD57A67F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4252307717" sldId="404"/>
            <ac:spMk id="4" creationId="{C9421191-5D9D-7D45-A0C6-FC73B226B083}"/>
          </ac:spMkLst>
        </pc:spChg>
      </pc:sldChg>
      <pc:sldChg chg="addSp modSp add del mod modClrScheme chgLayout">
        <pc:chgData name="军波 王" userId="abc43a65-caf0-4467-916d-72d11a280d59" providerId="ADAL" clId="{58D5D6B4-A9A2-3446-AE8A-C5D6CF9A8727}" dt="2022-10-31T15:09:35.491" v="198" actId="2696"/>
        <pc:sldMkLst>
          <pc:docMk/>
          <pc:sldMk cId="2314234633" sldId="405"/>
        </pc:sldMkLst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2314234633" sldId="405"/>
            <ac:spMk id="2" creationId="{D036BCD9-962E-F146-914B-C0D49384AC32}"/>
          </ac:spMkLst>
        </pc:spChg>
        <pc:spChg chg="mod ord">
          <ac:chgData name="军波 王" userId="abc43a65-caf0-4467-916d-72d11a280d59" providerId="ADAL" clId="{58D5D6B4-A9A2-3446-AE8A-C5D6CF9A8727}" dt="2022-10-30T13:40:48.892" v="22" actId="27636"/>
          <ac:spMkLst>
            <pc:docMk/>
            <pc:sldMk cId="2314234633" sldId="405"/>
            <ac:spMk id="3" creationId="{AD68C765-FE65-0E47-BFEA-549DD57A67F8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2314234633" sldId="405"/>
            <ac:spMk id="4" creationId="{87E47188-6EF1-E54A-8FD1-E11BE7337BA0}"/>
          </ac:spMkLst>
        </pc:spChg>
      </pc:sldChg>
      <pc:sldChg chg="addSp modSp add mod modClrScheme modAnim chgLayout">
        <pc:chgData name="军波 王" userId="abc43a65-caf0-4467-916d-72d11a280d59" providerId="ADAL" clId="{58D5D6B4-A9A2-3446-AE8A-C5D6CF9A8727}" dt="2022-10-30T15:04:44.605" v="76"/>
        <pc:sldMkLst>
          <pc:docMk/>
          <pc:sldMk cId="4201115366" sldId="407"/>
        </pc:sldMkLst>
        <pc:spChg chg="mod ord">
          <ac:chgData name="军波 王" userId="abc43a65-caf0-4467-916d-72d11a280d59" providerId="ADAL" clId="{58D5D6B4-A9A2-3446-AE8A-C5D6CF9A8727}" dt="2022-10-30T13:47:56.548" v="55" actId="108"/>
          <ac:spMkLst>
            <pc:docMk/>
            <pc:sldMk cId="4201115366" sldId="407"/>
            <ac:spMk id="2" creationId="{A22887DF-BF41-4AF3-AA4A-E36B204A816D}"/>
          </ac:spMkLst>
        </pc:spChg>
        <pc:spChg chg="mod ord">
          <ac:chgData name="军波 王" userId="abc43a65-caf0-4467-916d-72d11a280d59" providerId="ADAL" clId="{58D5D6B4-A9A2-3446-AE8A-C5D6CF9A8727}" dt="2022-10-30T15:04:33.410" v="72" actId="21"/>
          <ac:spMkLst>
            <pc:docMk/>
            <pc:sldMk cId="4201115366" sldId="407"/>
            <ac:spMk id="3" creationId="{1C1C4A1E-EFF1-4A56-83BD-9E4E35C5150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4201115366" sldId="407"/>
            <ac:spMk id="4" creationId="{50E5E4A3-B9A7-3A45-B1EE-33C80211A2ED}"/>
          </ac:spMkLst>
        </pc:spChg>
        <pc:spChg chg="add mod">
          <ac:chgData name="军波 王" userId="abc43a65-caf0-4467-916d-72d11a280d59" providerId="ADAL" clId="{58D5D6B4-A9A2-3446-AE8A-C5D6CF9A8727}" dt="2022-10-30T15:04:39.233" v="74" actId="1076"/>
          <ac:spMkLst>
            <pc:docMk/>
            <pc:sldMk cId="4201115366" sldId="407"/>
            <ac:spMk id="6" creationId="{56208EAE-0E31-9545-96B7-C831CFC8742A}"/>
          </ac:spMkLst>
        </pc:spChg>
      </pc:sldChg>
      <pc:sldChg chg="addSp delSp modSp add mod modAnim">
        <pc:chgData name="军波 王" userId="abc43a65-caf0-4467-916d-72d11a280d59" providerId="ADAL" clId="{58D5D6B4-A9A2-3446-AE8A-C5D6CF9A8727}" dt="2022-11-02T12:26:23.977" v="276" actId="22"/>
        <pc:sldMkLst>
          <pc:docMk/>
          <pc:sldMk cId="509177199" sldId="501"/>
        </pc:sldMkLst>
        <pc:spChg chg="add mod">
          <ac:chgData name="军波 王" userId="abc43a65-caf0-4467-916d-72d11a280d59" providerId="ADAL" clId="{58D5D6B4-A9A2-3446-AE8A-C5D6CF9A8727}" dt="2022-10-30T15:47:59.285" v="119" actId="1076"/>
          <ac:spMkLst>
            <pc:docMk/>
            <pc:sldMk cId="509177199" sldId="501"/>
            <ac:spMk id="6" creationId="{AD6F631F-1797-B341-9C4E-FE47FCD4120D}"/>
          </ac:spMkLst>
        </pc:spChg>
        <pc:spChg chg="add del">
          <ac:chgData name="军波 王" userId="abc43a65-caf0-4467-916d-72d11a280d59" providerId="ADAL" clId="{58D5D6B4-A9A2-3446-AE8A-C5D6CF9A8727}" dt="2022-11-02T12:26:23.977" v="276" actId="22"/>
          <ac:spMkLst>
            <pc:docMk/>
            <pc:sldMk cId="509177199" sldId="501"/>
            <ac:spMk id="9" creationId="{E3CF2D45-EF96-D14B-BCAE-9D4A9DAD436C}"/>
          </ac:spMkLst>
        </pc:spChg>
      </pc:sldChg>
      <pc:sldChg chg="modSp del mod">
        <pc:chgData name="军波 王" userId="abc43a65-caf0-4467-916d-72d11a280d59" providerId="ADAL" clId="{58D5D6B4-A9A2-3446-AE8A-C5D6CF9A8727}" dt="2022-10-30T13:42:54.642" v="42" actId="2696"/>
        <pc:sldMkLst>
          <pc:docMk/>
          <pc:sldMk cId="0" sldId="580"/>
        </pc:sldMkLst>
        <pc:spChg chg="mod">
          <ac:chgData name="军波 王" userId="abc43a65-caf0-4467-916d-72d11a280d59" providerId="ADAL" clId="{58D5D6B4-A9A2-3446-AE8A-C5D6CF9A8727}" dt="2022-10-30T13:42:07.016" v="27"/>
          <ac:spMkLst>
            <pc:docMk/>
            <pc:sldMk cId="0" sldId="580"/>
            <ac:spMk id="2" creationId="{00000000-0000-0000-0000-000000000000}"/>
          </ac:spMkLst>
        </pc:spChg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1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2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3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4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5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6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7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8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89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0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1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2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3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4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5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6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7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8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599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0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1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2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3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4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5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6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7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08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0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1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2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3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4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5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6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8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19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20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21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22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23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24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25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0" sldId="626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199728454" sldId="628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209382086" sldId="630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638721431" sldId="631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4050543337" sldId="632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360756805" sldId="633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1063635799" sldId="634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1628475599" sldId="635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418001342" sldId="636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4195886510" sldId="637"/>
        </pc:sldMkLst>
      </pc:sldChg>
      <pc:sldChg chg="del">
        <pc:chgData name="军波 王" userId="abc43a65-caf0-4467-916d-72d11a280d59" providerId="ADAL" clId="{58D5D6B4-A9A2-3446-AE8A-C5D6CF9A8727}" dt="2022-10-30T13:43:28.910" v="43" actId="2696"/>
        <pc:sldMkLst>
          <pc:docMk/>
          <pc:sldMk cId="1477246545" sldId="638"/>
        </pc:sldMkLst>
      </pc:sldChg>
      <pc:sldChg chg="addSp modSp add mod modClrScheme chgLayout">
        <pc:chgData name="军波 王" userId="abc43a65-caf0-4467-916d-72d11a280d59" providerId="ADAL" clId="{58D5D6B4-A9A2-3446-AE8A-C5D6CF9A8727}" dt="2022-10-30T15:13:28.794" v="95" actId="207"/>
        <pc:sldMkLst>
          <pc:docMk/>
          <pc:sldMk cId="749604267" sldId="639"/>
        </pc:sldMkLst>
        <pc:spChg chg="mod ord">
          <ac:chgData name="军波 王" userId="abc43a65-caf0-4467-916d-72d11a280d59" providerId="ADAL" clId="{58D5D6B4-A9A2-3446-AE8A-C5D6CF9A8727}" dt="2022-10-30T15:13:28.794" v="95" actId="207"/>
          <ac:spMkLst>
            <pc:docMk/>
            <pc:sldMk cId="749604267" sldId="639"/>
            <ac:spMk id="2" creationId="{B724A1C8-7F9B-41F2-ADB2-A7063D49FDB1}"/>
          </ac:spMkLst>
        </pc:spChg>
        <pc:spChg chg="mod ord">
          <ac:chgData name="军波 王" userId="abc43a65-caf0-4467-916d-72d11a280d59" providerId="ADAL" clId="{58D5D6B4-A9A2-3446-AE8A-C5D6CF9A8727}" dt="2022-10-30T13:40:48.369" v="12" actId="700"/>
          <ac:spMkLst>
            <pc:docMk/>
            <pc:sldMk cId="749604267" sldId="639"/>
            <ac:spMk id="3" creationId="{9F7A64F9-63A2-4429-B1E3-D5C25395EA76}"/>
          </ac:spMkLst>
        </pc:spChg>
        <pc:spChg chg="add mod">
          <ac:chgData name="军波 王" userId="abc43a65-caf0-4467-916d-72d11a280d59" providerId="ADAL" clId="{58D5D6B4-A9A2-3446-AE8A-C5D6CF9A8727}" dt="2022-10-30T13:46:58.390" v="51"/>
          <ac:spMkLst>
            <pc:docMk/>
            <pc:sldMk cId="749604267" sldId="639"/>
            <ac:spMk id="6" creationId="{F251A759-01DD-8A43-BA5E-608D5D38EE70}"/>
          </ac:spMkLst>
        </pc:spChg>
      </pc:sldChg>
      <pc:sldChg chg="add">
        <pc:chgData name="军波 王" userId="abc43a65-caf0-4467-916d-72d11a280d59" providerId="ADAL" clId="{58D5D6B4-A9A2-3446-AE8A-C5D6CF9A8727}" dt="2022-10-30T15:47:40.508" v="116"/>
        <pc:sldMkLst>
          <pc:docMk/>
          <pc:sldMk cId="2072888725" sldId="640"/>
        </pc:sldMkLst>
      </pc:sldChg>
      <pc:sldChg chg="new del">
        <pc:chgData name="军波 王" userId="abc43a65-caf0-4467-916d-72d11a280d59" providerId="ADAL" clId="{58D5D6B4-A9A2-3446-AE8A-C5D6CF9A8727}" dt="2022-11-02T12:22:55.734" v="274" actId="680"/>
        <pc:sldMkLst>
          <pc:docMk/>
          <pc:sldMk cId="2244948380" sldId="642"/>
        </pc:sldMkLst>
      </pc:sldChg>
      <pc:sldChg chg="new del">
        <pc:chgData name="军波 王" userId="abc43a65-caf0-4467-916d-72d11a280d59" providerId="ADAL" clId="{58D5D6B4-A9A2-3446-AE8A-C5D6CF9A8727}" dt="2022-11-02T12:22:54.653" v="273" actId="680"/>
        <pc:sldMkLst>
          <pc:docMk/>
          <pc:sldMk cId="3032803705" sldId="643"/>
        </pc:sldMkLst>
      </pc:sldChg>
      <pc:sldChg chg="new del">
        <pc:chgData name="军波 王" userId="abc43a65-caf0-4467-916d-72d11a280d59" providerId="ADAL" clId="{58D5D6B4-A9A2-3446-AE8A-C5D6CF9A8727}" dt="2022-11-02T12:22:53.964" v="272" actId="680"/>
        <pc:sldMkLst>
          <pc:docMk/>
          <pc:sldMk cId="618250101" sldId="644"/>
        </pc:sldMkLst>
      </pc:sldChg>
      <pc:sldMasterChg chg="modSldLayout">
        <pc:chgData name="军波 王" userId="abc43a65-caf0-4467-916d-72d11a280d59" providerId="ADAL" clId="{58D5D6B4-A9A2-3446-AE8A-C5D6CF9A8727}" dt="2022-10-30T13:46:44.976" v="50"/>
        <pc:sldMasterMkLst>
          <pc:docMk/>
          <pc:sldMasterMk cId="0" sldId="2147483648"/>
        </pc:sldMasterMkLst>
        <pc:sldLayoutChg chg="modSp">
          <pc:chgData name="军波 王" userId="abc43a65-caf0-4467-916d-72d11a280d59" providerId="ADAL" clId="{58D5D6B4-A9A2-3446-AE8A-C5D6CF9A8727}" dt="2022-10-30T13:46:44.976" v="50"/>
          <pc:sldLayoutMkLst>
            <pc:docMk/>
            <pc:sldMasterMk cId="0" sldId="2147483648"/>
            <pc:sldLayoutMk cId="4194208159" sldId="2147483657"/>
          </pc:sldLayoutMkLst>
          <pc:spChg chg="mod">
            <ac:chgData name="军波 王" userId="abc43a65-caf0-4467-916d-72d11a280d59" providerId="ADAL" clId="{58D5D6B4-A9A2-3446-AE8A-C5D6CF9A8727}" dt="2022-10-30T13:46:44.976" v="50"/>
            <ac:spMkLst>
              <pc:docMk/>
              <pc:sldMasterMk cId="0" sldId="2147483648"/>
              <pc:sldLayoutMk cId="4194208159" sldId="2147483657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FA25A84-0C97-884A-A4C7-F01C144333D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656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9D023BD-B546-5B42-9DDB-CBF7723E70C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F5C46-9EB0-41FA-A96C-2A3D32F10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09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D023BD-B546-5B42-9DDB-CBF7723E70C4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02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F[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][j]=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F5C46-9EB0-41FA-A96C-2A3D32F108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19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D023BD-B546-5B42-9DDB-CBF7723E70C4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086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D023BD-B546-5B42-9DDB-CBF7723E70C4}" type="slidenum">
              <a:rPr lang="en-US" altLang="zh-CN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6374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幻灯片图像占位符 1">
            <a:extLst>
              <a:ext uri="{FF2B5EF4-FFF2-40B4-BE49-F238E27FC236}">
                <a16:creationId xmlns:a16="http://schemas.microsoft.com/office/drawing/2014/main" id="{EC9E342C-737B-4380-B5CE-8F4F713D8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备注占位符 2">
            <a:extLst>
              <a:ext uri="{FF2B5EF4-FFF2-40B4-BE49-F238E27FC236}">
                <a16:creationId xmlns:a16="http://schemas.microsoft.com/office/drawing/2014/main" id="{C92A51E6-D631-4EC9-A096-0DD48B042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/>
          </a:p>
        </p:txBody>
      </p:sp>
      <p:sp>
        <p:nvSpPr>
          <p:cNvPr id="181252" name="灯片编号占位符 3">
            <a:extLst>
              <a:ext uri="{FF2B5EF4-FFF2-40B4-BE49-F238E27FC236}">
                <a16:creationId xmlns:a16="http://schemas.microsoft.com/office/drawing/2014/main" id="{D031598A-A7BA-44A4-B8B2-1E5545532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E082CD-9C9E-4650-BC7E-D1D931DB6CD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ans-HK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A35A8-6017-4551-8164-259E083C2B5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5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 bwMode="ltGray">
          <a:xfrm>
            <a:off x="273465" y="250374"/>
            <a:ext cx="5306646" cy="1080000"/>
          </a:xfrm>
          <a:prstGeom prst="rect">
            <a:avLst/>
          </a:prstGeom>
          <a:solidFill>
            <a:srgbClr val="365F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80111" y="0"/>
            <a:ext cx="3030632" cy="1386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3810" y="765313"/>
            <a:ext cx="8458200" cy="248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6243638"/>
            <a:ext cx="9144000" cy="642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3175" y="6721475"/>
            <a:ext cx="9144000" cy="1650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" name="组合 19"/>
          <p:cNvGrpSpPr/>
          <p:nvPr/>
        </p:nvGrpSpPr>
        <p:grpSpPr bwMode="auto">
          <a:xfrm>
            <a:off x="152400" y="6019800"/>
            <a:ext cx="4476750" cy="620713"/>
            <a:chOff x="4667006" y="6237312"/>
            <a:chExt cx="4476994" cy="620688"/>
          </a:xfrm>
        </p:grpSpPr>
        <p:pic>
          <p:nvPicPr>
            <p:cNvPr id="5" name="Picture 15" descr="C:\Users\admin\Desktop\新建文件夹\中山大学 SUN YAT-SEN UNIVERSITY_files\20100326090959718073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67006" y="6237312"/>
              <a:ext cx="784477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6" name="Picture 17" descr="C:\Users\admin\Desktop\新建文件夹\中山大学 SUN YAT-SEN UNIVERSITY_files\20100326091031765303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05494" y="6237312"/>
              <a:ext cx="773730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7" name="Picture 18" descr="C:\Users\admin\Desktop\新建文件夹\中山大学 SUN YAT-SEN UNIVERSITY_files\20100326090919484875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570294" y="6237312"/>
              <a:ext cx="722892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8" name="Picture 19" descr="C:\Users\admin\Desktop\新建文件夹\中山大学 SUN YAT-SEN UNIVERSITY_files\20100326091611312484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299059" y="6237312"/>
              <a:ext cx="798023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9" name="Picture 20" descr="C:\Users\admin\Desktop\新建文件夹\中山大学 SUN YAT-SEN UNIVERSITY_files\20100324161939791076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213478" y="6237312"/>
              <a:ext cx="930522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</p:grpSp>
      <p:pic>
        <p:nvPicPr>
          <p:cNvPr id="10" name="Picture 5" descr="C:\Users\YHGong\Desktop\未命名-5.jpg"/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9525" y="533400"/>
            <a:ext cx="91630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3"/>
          <p:cNvPicPr>
            <a:picLocks noChangeAspect="1" noChangeArrowheads="1"/>
          </p:cNvPicPr>
          <p:nvPr/>
        </p:nvPicPr>
        <p:blipFill>
          <a:blip r:embed="rId8"/>
          <a:srcRect t="23546" b="8830"/>
          <a:stretch>
            <a:fillRect/>
          </a:stretch>
        </p:blipFill>
        <p:spPr bwMode="auto">
          <a:xfrm>
            <a:off x="-9525" y="-87313"/>
            <a:ext cx="4019550" cy="1241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C:\Users\YHGong\Desktop\未命名-2.jpg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 flipV="1">
            <a:off x="352425" y="3751263"/>
            <a:ext cx="78486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334108" y="1747965"/>
            <a:ext cx="7848600" cy="1927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 b="0" i="0" cap="none" baseline="0">
                <a:solidFill>
                  <a:schemeClr val="tx1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4108" y="3881565"/>
            <a:ext cx="78486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200" b="0" i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3810" y="765313"/>
            <a:ext cx="8458200" cy="248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6243638"/>
            <a:ext cx="9144000" cy="642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3175" y="6721475"/>
            <a:ext cx="9144000" cy="1650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" name="组合 19"/>
          <p:cNvGrpSpPr/>
          <p:nvPr/>
        </p:nvGrpSpPr>
        <p:grpSpPr bwMode="auto">
          <a:xfrm>
            <a:off x="152400" y="6019800"/>
            <a:ext cx="4476750" cy="620713"/>
            <a:chOff x="4667006" y="6237312"/>
            <a:chExt cx="4476994" cy="620688"/>
          </a:xfrm>
        </p:grpSpPr>
        <p:pic>
          <p:nvPicPr>
            <p:cNvPr id="5" name="Picture 15" descr="C:\Users\admin\Desktop\新建文件夹\中山大学 SUN YAT-SEN UNIVERSITY_files\20100326090959718073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67006" y="6237312"/>
              <a:ext cx="784477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6" name="Picture 17" descr="C:\Users\admin\Desktop\新建文件夹\中山大学 SUN YAT-SEN UNIVERSITY_files\20100326091031765303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05494" y="6237312"/>
              <a:ext cx="773730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7" name="Picture 18" descr="C:\Users\admin\Desktop\新建文件夹\中山大学 SUN YAT-SEN UNIVERSITY_files\20100326090919484875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570294" y="6237312"/>
              <a:ext cx="722892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8" name="Picture 19" descr="C:\Users\admin\Desktop\新建文件夹\中山大学 SUN YAT-SEN UNIVERSITY_files\20100326091611312484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299059" y="6237312"/>
              <a:ext cx="798023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  <p:pic>
          <p:nvPicPr>
            <p:cNvPr id="9" name="Picture 20" descr="C:\Users\admin\Desktop\新建文件夹\中山大学 SUN YAT-SEN UNIVERSITY_files\20100324161939791076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213478" y="6237312"/>
              <a:ext cx="930522" cy="620688"/>
            </a:xfrm>
            <a:prstGeom prst="flowChartOnlineStorage">
              <a:avLst/>
            </a:prstGeom>
            <a:noFill/>
            <a:ln>
              <a:solidFill>
                <a:schemeClr val="bg1"/>
              </a:solidFill>
            </a:ln>
          </p:spPr>
        </p:pic>
      </p:grpSp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334108" y="1747965"/>
            <a:ext cx="7848600" cy="19272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b="0" i="0" cap="none" baseline="0">
                <a:solidFill>
                  <a:schemeClr val="tx1"/>
                </a:solidFill>
                <a:effectLst/>
                <a:latin typeface="Kaiti SC" panose="02010600040101010101" pitchFamily="2" charset="-122"/>
                <a:ea typeface="Kaiti SC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1626"/>
            <a:ext cx="78867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0" y="6243638"/>
            <a:ext cx="9144000" cy="642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3175" y="6721475"/>
            <a:ext cx="9144000" cy="1650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auto" hangingPunct="0">
              <a:spcBef>
                <a:spcPts val="0"/>
              </a:spcBef>
              <a:spcAft>
                <a:spcPts val="0"/>
              </a:spcAft>
              <a:defRPr kumimoji="1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E77BBB7A-0347-E541-A2E2-A5EF01BC7CF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0" y="566738"/>
            <a:ext cx="9144000" cy="642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 userDrawn="1"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365F2E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/>
          <a:lstStyle/>
          <a:p>
            <a:r>
              <a:rPr lang="zh-CN" altLang="en-US" sz="3000" b="1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" name="CustomShape 4"/>
          <p:cNvSpPr/>
          <p:nvPr userDrawn="1"/>
        </p:nvSpPr>
        <p:spPr>
          <a:xfrm>
            <a:off x="79415" y="86989"/>
            <a:ext cx="3633817" cy="4561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zh-CN" altLang="en-US" sz="2800" b="1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78867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000" baseline="0">
                <a:solidFill>
                  <a:schemeClr val="bg2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 单击此处编辑母版标题样式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66115" y="132486"/>
            <a:ext cx="109847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fld id="{D8DAEA3C-6CBF-084D-A42C-73170CDC7BA7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 userDrawn="1"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365F2E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/>
          <a:lstStyle/>
          <a:p>
            <a:r>
              <a:rPr lang="zh-CN" altLang="en-US" sz="3000" b="1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" name="CustomShape 4"/>
          <p:cNvSpPr/>
          <p:nvPr userDrawn="1"/>
        </p:nvSpPr>
        <p:spPr>
          <a:xfrm>
            <a:off x="79415" y="86989"/>
            <a:ext cx="3633817" cy="4561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zh-CN" altLang="en-US" sz="2800" b="1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78867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aseline="0">
                <a:solidFill>
                  <a:schemeClr val="bg2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 单击此处编辑母版标题样式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66115" y="132486"/>
            <a:ext cx="109847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+mn-lt"/>
                <a:ea typeface="黑体" panose="02010609060101010101" pitchFamily="49" charset="-122"/>
              </a:defRPr>
            </a:lvl1pPr>
          </a:lstStyle>
          <a:p>
            <a:fld id="{5FA5E20D-8408-6842-9C4E-91A48B99822E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E8B091-07D1-3342-BD34-0A14CAA50F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9697" y="806988"/>
            <a:ext cx="8755117" cy="5918526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buClr>
                <a:schemeClr val="tx1"/>
              </a:buClr>
              <a:defRPr sz="24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  <a:lvl2pPr marL="685800" indent="-360045">
              <a:lnSpc>
                <a:spcPct val="130000"/>
              </a:lnSpc>
              <a:buClr>
                <a:schemeClr val="tx1"/>
              </a:buClr>
              <a:buFont typeface="Wingdings" pitchFamily="2" charset="2"/>
              <a:buChar char="Ø"/>
              <a:defRPr sz="24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2pPr>
            <a:lvl3pPr>
              <a:lnSpc>
                <a:spcPct val="130000"/>
              </a:lnSpc>
              <a:buClr>
                <a:schemeClr val="tx1"/>
              </a:buClr>
              <a:defRPr sz="20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3pPr>
            <a:lvl4pPr marL="1600200" indent="-360045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4pPr>
            <a:lvl5pPr marL="2057400" indent="-360045">
              <a:lnSpc>
                <a:spcPct val="130000"/>
              </a:lnSpc>
              <a:buClr>
                <a:schemeClr val="tx1"/>
              </a:buClr>
              <a:buFont typeface="Wingdings" pitchFamily="2" charset="2"/>
              <a:buChar char="ü"/>
              <a:defRPr sz="18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19420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646542" y="330370"/>
            <a:ext cx="2368292" cy="309201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443491" y="329308"/>
            <a:ext cx="4034004" cy="309201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7725" y="798973"/>
            <a:ext cx="795746" cy="503578"/>
          </a:xfrm>
        </p:spPr>
        <p:txBody>
          <a:bodyPr/>
          <a:lstStyle/>
          <a:p>
            <a:fld id="{B64B4D1D-2127-4D72-A731-DEDCF38890E5}" type="slidenum">
              <a:rPr lang="en-US" altLang="en-US" smtClean="0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E7AB41E-27A4-4AA7-9A8A-3545CB2AB7C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578907"/>
      </p:ext>
    </p:extLst>
  </p:cSld>
  <p:clrMapOvr>
    <a:masterClrMapping/>
  </p:clrMapOvr>
  <p:transition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5158-0A8C-4877-85C9-0A662F6990E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428145"/>
      </p:ext>
    </p:extLst>
  </p:cSld>
  <p:clrMapOvr>
    <a:masterClrMapping/>
  </p:clrMapOvr>
  <p:transition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7" r:id="rId6"/>
    <p:sldLayoutId id="2147483656" r:id="rId7"/>
    <p:sldLayoutId id="2147483659" r:id="rId8"/>
    <p:sldLayoutId id="2147483660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1"/>
          </a:solidFill>
          <a:effectLst/>
          <a:latin typeface="Verdana" panose="020B0604030504040204" pitchFamily="34" charset="0"/>
          <a:ea typeface="幼圆" panose="02010509060101010101" pitchFamily="49" charset="-122"/>
          <a:cs typeface="+mj-cs"/>
        </a:defRPr>
      </a:lvl1pPr>
    </p:titleStyle>
    <p:bodyStyle>
      <a:lvl1pPr marL="228600" indent="-360045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120000"/>
        <a:buFont typeface="Wingdings" panose="05000000000000000000" pitchFamily="2" charset="2"/>
        <a:buChar char="p"/>
        <a:defRPr sz="22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1pPr>
      <a:lvl2pPr marL="6858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20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2pPr>
      <a:lvl3pPr marL="11430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3pPr>
      <a:lvl4pPr marL="16002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4pPr>
      <a:lvl5pPr marL="2057400" indent="-36004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" TargetMode="External"/><Relationship Id="rId2" Type="http://schemas.openxmlformats.org/officeDocument/2006/relationships/hyperlink" Target="https://en.wikipedia.org/wiki/Dynamic_programming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luogu.com.cn/problem/list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uogu.com.cn/problem/P1223" TargetMode="Externa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im%27s_algorithm" TargetMode="External"/><Relationship Id="rId2" Type="http://schemas.openxmlformats.org/officeDocument/2006/relationships/hyperlink" Target="https://en.wikipedia.org/wiki/Kruskal%27s_algorithm" TargetMode="Externa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audio" Target="../media/audio2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3AFC800-2FB3-4B1F-BEB9-7A4C729F5B0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328057" y="2090057"/>
            <a:ext cx="6945086" cy="1718356"/>
          </a:xfrm>
        </p:spPr>
        <p:txBody>
          <a:bodyPr/>
          <a:lstStyle/>
          <a:p>
            <a:r>
              <a:rPr lang="zh-CN" altLang="en-US" sz="6000" dirty="0">
                <a:latin typeface="KaiTi" panose="02010609060101010101" pitchFamily="49" charset="-122"/>
                <a:ea typeface="KaiTi" panose="02010609060101010101" pitchFamily="49" charset="-122"/>
              </a:rPr>
              <a:t>算法设计常用思想</a:t>
            </a:r>
            <a:endParaRPr lang="zh-Hans-HK" altLang="en-US" sz="60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34D33EA6-2792-486D-9C1F-D6D51D091BC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40518" y="3808413"/>
            <a:ext cx="6575425" cy="1387475"/>
          </a:xfrm>
        </p:spPr>
        <p:txBody>
          <a:bodyPr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ea typeface="隶书" panose="02010509060101010101" pitchFamily="49" charset="-122"/>
              </a:rPr>
              <a:t>1. </a:t>
            </a:r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ea typeface="隶书" panose="02010509060101010101" pitchFamily="49" charset="-122"/>
              </a:rPr>
              <a:t>递归算法</a:t>
            </a:r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ea typeface="隶书" panose="02010509060101010101" pitchFamily="49" charset="-122"/>
              </a:rPr>
              <a:t>		2.</a:t>
            </a:r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ea typeface="隶书" panose="02010509060101010101" pitchFamily="49" charset="-122"/>
              </a:rPr>
              <a:t>分治算法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ea typeface="隶书" panose="02010509060101010101" pitchFamily="49" charset="-122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动态规划算法</a:t>
            </a:r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	4.</a:t>
            </a:r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规约思想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5. </a:t>
            </a:r>
            <a:r>
              <a:rPr lang="zh-CN" altLang="en-US" sz="28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贪心算法</a:t>
            </a:r>
            <a:r>
              <a:rPr lang="en-US" altLang="zh-CN" sz="28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  </a:t>
            </a:r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	6.</a:t>
            </a:r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其他算法思想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283106-4CC9-4E49-91D8-DB41CC1D1019}"/>
              </a:ext>
            </a:extLst>
          </p:cNvPr>
          <p:cNvSpPr txBox="1"/>
          <p:nvPr/>
        </p:nvSpPr>
        <p:spPr>
          <a:xfrm>
            <a:off x="2808514" y="575893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王军波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60320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60BCB72-232D-4453-86D6-9B840E91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动态规划算法思想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C06BF8-AA21-47A6-BA1A-2EBA4FB082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算法名称：</a:t>
            </a:r>
            <a:r>
              <a:rPr lang="en-US" altLang="zh-CN" sz="2400" dirty="0"/>
              <a:t>DP=Dynamic programming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1940</a:t>
            </a:r>
            <a:r>
              <a:rPr lang="zh-CN" altLang="en-US" sz="2400" dirty="0"/>
              <a:t>年代由</a:t>
            </a:r>
            <a:r>
              <a:rPr lang="en-US" altLang="zh-CN" sz="2400" dirty="0"/>
              <a:t>Richard Bellman</a:t>
            </a:r>
            <a:r>
              <a:rPr lang="zh-CN" altLang="en-US" sz="2400" dirty="0"/>
              <a:t>提出。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B0F0"/>
                </a:solidFill>
              </a:rPr>
              <a:t>用递归思想解决最优化问题</a:t>
            </a:r>
            <a:r>
              <a:rPr lang="zh-CN" altLang="en-US" sz="2400" dirty="0"/>
              <a:t>（将一个问题规约为较小规模的同类型问题</a:t>
            </a:r>
            <a:r>
              <a:rPr lang="en-US" altLang="zh-CN" sz="2400" dirty="0"/>
              <a:t>——</a:t>
            </a:r>
            <a:r>
              <a:rPr lang="zh-CN" altLang="en-US" sz="2800" dirty="0">
                <a:solidFill>
                  <a:srgbClr val="00B0F0"/>
                </a:solidFill>
              </a:rPr>
              <a:t>子问题</a:t>
            </a:r>
            <a:r>
              <a:rPr lang="zh-CN" altLang="en-US" sz="2400" dirty="0"/>
              <a:t>）。</a:t>
            </a:r>
            <a:br>
              <a:rPr lang="en-US" altLang="zh-CN" sz="2400" dirty="0"/>
            </a:br>
            <a:r>
              <a:rPr lang="en-US" altLang="zh-CN" sz="2400" dirty="0"/>
              <a:t>	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但是，算法实现过程中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</a:rPr>
              <a:t>不会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递归调用，而是将小规模子问题的解法记录下来（存到一个表中），不断计算更大规模的子问题的解。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/>
              <a:t>两大核心要素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状态描述</a:t>
            </a:r>
            <a:r>
              <a:rPr lang="zh-CN" altLang="en-US" dirty="0"/>
              <a:t>：对子问题的刻画和定义。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转移方程</a:t>
            </a:r>
            <a:r>
              <a:rPr lang="zh-CN" altLang="en-US" dirty="0"/>
              <a:t>：问题如何依据子问题的解来求解？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先来看几个例子，再讲解它与递归的联系和区别。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3D6674-A473-B449-9C01-E83357A2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83924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BB023-B848-481B-811D-E93F94DD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14DC9-1FCB-4A9F-9CD9-CE6133CD01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和最大的连续子序列问题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问题描述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输入为一个序列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Hans-HK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Hans-HK" sz="2400" kern="10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ans-HK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,..,x</a:t>
            </a:r>
            <a:r>
              <a:rPr lang="en-US" altLang="zh-Hans-HK" sz="2400" kern="10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Hans-HK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Hans-HK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≤  </a:t>
            </a:r>
            <a:r>
              <a:rPr lang="en-US" altLang="zh-CN" sz="2400" kern="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j ≤ n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我们把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sz="2400" kern="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叫做</a:t>
            </a:r>
            <a:r>
              <a:rPr lang="en-US" altLang="zh-CN" sz="2400" b="1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</a:t>
            </a:r>
            <a:r>
              <a:rPr lang="zh-CN" altLang="en-US" sz="2400" b="1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连续子序列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b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并且把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+….+</a:t>
            </a:r>
            <a:r>
              <a:rPr lang="en-US" altLang="zh-CN" sz="2400" kern="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叫做 这个连续子序列的</a:t>
            </a:r>
            <a:r>
              <a:rPr lang="zh-CN" altLang="en-US" sz="2400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问题：和最大的连续子序列，它的和是多少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换句话说，计算  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max{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400" kern="100" baseline="-25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+….+</a:t>
            </a:r>
            <a:r>
              <a:rPr lang="en-US" altLang="zh-CN" sz="24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≤  </a:t>
            </a:r>
            <a:r>
              <a:rPr lang="en-US" altLang="zh-CN" sz="2400" kern="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j ≤ n}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b="1" kern="1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举例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序列</a:t>
            </a:r>
            <a:r>
              <a:rPr lang="en-US" altLang="zh-CN" sz="2200" b="1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  </a:t>
            </a:r>
            <a:r>
              <a:rPr lang="en-US" altLang="zh-CN" sz="2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zh-CN" altLang="en-US" sz="2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2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1 -2</a:t>
            </a:r>
            <a:r>
              <a:rPr lang="en-US" altLang="zh-CN" sz="1600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2 -1 1 4 -3 4 -3 2</a:t>
            </a:r>
          </a:p>
          <a:p>
            <a:pPr lvl="1">
              <a:lnSpc>
                <a:spcPct val="100000"/>
              </a:lnSpc>
            </a:pPr>
            <a:r>
              <a:rPr lang="zh-CN" altLang="en-US" sz="2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和最大连续子序列：       </a:t>
            </a:r>
            <a:r>
              <a:rPr lang="en-US" altLang="zh-CN" sz="2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200" kern="1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2 -1 1 4 -3 4</a:t>
            </a:r>
            <a:r>
              <a:rPr lang="en-US" altLang="zh-CN" sz="22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200" kern="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和为</a:t>
            </a:r>
            <a:r>
              <a:rPr lang="en-US" altLang="zh-CN" sz="2200" kern="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b="1" kern="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lvl="1">
              <a:lnSpc>
                <a:spcPct val="100000"/>
              </a:lnSpc>
            </a:pPr>
            <a:endParaRPr lang="en-US" altLang="zh-CN" sz="2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暴力解法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：枚举</a:t>
            </a:r>
            <a:r>
              <a:rPr lang="en-US" altLang="zh-CN" sz="2400" kern="1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复杂度为</a:t>
            </a:r>
            <a:r>
              <a:rPr lang="en-US" altLang="zh-CN" sz="2400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</a:t>
            </a:r>
            <a:r>
              <a:rPr lang="en-US" altLang="zh-CN" sz="2400" kern="100" baseline="30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，可优化为</a:t>
            </a:r>
            <a:r>
              <a:rPr lang="en-US" altLang="zh-CN" kern="100" dirty="0">
                <a:solidFill>
                  <a:srgbClr val="00B0F0"/>
                </a:solidFill>
              </a:rPr>
              <a:t>O(n</a:t>
            </a:r>
            <a:r>
              <a:rPr lang="en-US" altLang="zh-CN" kern="100" baseline="30000" dirty="0">
                <a:solidFill>
                  <a:srgbClr val="00B0F0"/>
                </a:solidFill>
              </a:rPr>
              <a:t>2</a:t>
            </a:r>
            <a:r>
              <a:rPr lang="en-US" altLang="zh-CN" kern="100" dirty="0">
                <a:solidFill>
                  <a:srgbClr val="00B0F0"/>
                </a:solidFill>
              </a:rPr>
              <a:t>)</a:t>
            </a:r>
            <a:endParaRPr lang="en-US" altLang="zh-CN" sz="2400" kern="1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E33087-3EA7-9046-9CCF-06A7194F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662691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46F0F-7E95-4F3B-89A7-0C85DE84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1(cont.)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6E622A-9E79-4CFF-B93B-D7B9C7508DC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动态规划来解决本问题。</a:t>
                </a:r>
                <a:endParaRPr lang="en-US" altLang="zh-CN" sz="24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24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状态描述</a:t>
                </a:r>
                <a:endParaRPr lang="en-US" altLang="zh-CN" sz="2400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假设要在序列</a:t>
                </a:r>
                <a:r>
                  <a:rPr lang="en-US" altLang="zh-CN" sz="2400" b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中寻找一个</a:t>
                </a:r>
                <a:r>
                  <a:rPr lang="zh-CN" altLang="en-US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结束位置为</a:t>
                </a:r>
                <a:r>
                  <a:rPr lang="en-US" altLang="zh-CN" sz="2400" kern="1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连续子序列中，并要使得该子序列的和尽量大。把这个最大和记作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F[j]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Formally, 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我们定义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F[j]  =   max{</a:t>
                </a:r>
                <a:r>
                  <a:rPr lang="en-US" altLang="zh-CN" sz="2400" kern="1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CN" sz="2400" kern="1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kern="1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US" altLang="zh-CN" sz="2400" kern="1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</a:t>
                </a:r>
                <a:r>
                  <a:rPr lang="en-US" altLang="zh-CN" sz="2400" kern="1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… + </a:t>
                </a:r>
                <a:r>
                  <a:rPr lang="en-US" altLang="zh-CN" sz="2400" kern="1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kern="1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</a:t>
                </a:r>
                <a:r>
                  <a:rPr lang="en-US" altLang="zh-CN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≤  </a:t>
                </a:r>
                <a:r>
                  <a:rPr lang="en-US" altLang="zh-CN" sz="2400" kern="1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j 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可知原问题的最优解为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altLang="zh-CN" sz="2400" kern="1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{F[1],F[2],…,F[n]}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zh-CN" altLang="en-US" sz="2400" kern="1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这是由于</a:t>
                </a:r>
                <a:r>
                  <a:rPr lang="zh-CN" altLang="en-US" sz="2400" kern="1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和最大</a:t>
                </a:r>
                <a:r>
                  <a:rPr lang="zh-CN" altLang="en-US" sz="2400" kern="1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的子序列必然以某个</a:t>
                </a:r>
                <a:r>
                  <a:rPr lang="en-US" altLang="zh-CN" sz="2400" kern="100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kern="1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 ≤  j ≤ n)</a:t>
                </a:r>
                <a:r>
                  <a:rPr lang="zh-CN" altLang="en-US" sz="2400" kern="1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结尾</a:t>
                </a:r>
                <a:endParaRPr lang="en-US" altLang="zh-CN" sz="2400" kern="1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因此，当前的问题是，如何计算</a:t>
                </a:r>
                <a:r>
                  <a:rPr lang="en-US" altLang="zh-CN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F[1], F[2], …, F[n]</a:t>
                </a:r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？</a:t>
                </a:r>
                <a:endParaRPr lang="en-US" altLang="zh-CN" sz="24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sz="24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转移方程</a:t>
                </a:r>
                <a:endParaRPr lang="en-US" altLang="zh-CN" sz="2400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600" i="1" kern="10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 kern="100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600" i="1" kern="1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0" i="1" kern="1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b="0" i="1" kern="1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⁡{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600" i="1" kern="100" baseline="-250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600" i="1" kern="100" baseline="-250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−1]}</m:t>
                              </m:r>
                            </m:e>
                            <m:e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1&lt;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CN" sz="26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zh-CN" sz="2800" kern="1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zh-Hans-HK" altLang="en-US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6E622A-9E79-4CFF-B93B-D7B9C7508D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302" t="-1713" r="-3763" b="-36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3852A921-8808-4426-B932-B2F41898F800}"/>
              </a:ext>
            </a:extLst>
          </p:cNvPr>
          <p:cNvSpPr txBox="1"/>
          <p:nvPr/>
        </p:nvSpPr>
        <p:spPr>
          <a:xfrm>
            <a:off x="7356475" y="5041900"/>
            <a:ext cx="157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边界条件</a:t>
            </a:r>
            <a:endParaRPr lang="zh-Hans-HK" altLang="en-US" dirty="0">
              <a:solidFill>
                <a:srgbClr val="FF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84CA63-DF72-6545-BAAC-4DB0CB3E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35372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97BC8-2BFC-49F9-8BF2-996FD2E4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1(cont.)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54E3652-B94D-4A45-A279-C14518898C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2400" kern="1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为什么当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&gt;1</m:t>
                    </m:r>
                  </m:oMath>
                </a14:m>
                <a:r>
                  <a:rPr lang="zh-CN" altLang="en-US" sz="2400" kern="1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kern="10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kern="10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sz="2400" b="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altLang="zh-CN" sz="24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⁡{</m:t>
                    </m:r>
                    <m:r>
                      <a:rPr lang="en-US" altLang="zh-CN" sz="2400" i="1" kern="1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0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i="1" kern="10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0" baseline="-25000" dirty="0" err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 dirty="0" err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 kern="100" dirty="0" err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400" i="1" kern="1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400" i="1" kern="1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−1]}</m:t>
                    </m:r>
                    <m:r>
                      <a:rPr lang="zh-CN" altLang="en-US" sz="2400" i="1" kern="1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？</m:t>
                    </m:r>
                  </m:oMath>
                </a14:m>
                <a:endParaRPr lang="en-US" altLang="zh-CN" sz="2400" kern="1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回顾：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F[j] := 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2400" kern="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结束的连续子序列的最大和为多少。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2400" kern="1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结束的连续子序列， 最大和为多少呢？</a:t>
                </a:r>
                <a:endParaRPr lang="en-US" altLang="zh-CN" sz="2400" kern="1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2400" kern="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结束的连续子序列可以分为两类。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长度</a:t>
                </a:r>
                <a:r>
                  <a:rPr lang="en-US" altLang="zh-CN" sz="24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，即，仅包含</a:t>
                </a:r>
                <a:r>
                  <a:rPr lang="en-US" altLang="zh-CN" sz="2400" kern="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一个元素的子序列。能达到的最大和</a:t>
                </a:r>
                <a:r>
                  <a:rPr lang="en-US" altLang="zh-CN" sz="2400" kern="1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长度</a:t>
                </a:r>
                <a:r>
                  <a:rPr lang="en-US" altLang="zh-CN" sz="24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，即，包含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j-1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并且以</a:t>
                </a:r>
                <a:r>
                  <a:rPr lang="en-US" altLang="zh-CN" sz="2400" kern="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结束。能达到的最大和为？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en-US" altLang="zh-CN" sz="2400" kern="1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kern="100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1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F[j-1]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Why? 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找到</a:t>
                </a:r>
                <a:r>
                  <a:rPr lang="zh-CN" altLang="en-US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“以</a:t>
                </a:r>
                <a:r>
                  <a:rPr lang="en-US" altLang="zh-CN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x[j-1]</a:t>
                </a:r>
                <a:r>
                  <a:rPr lang="zh-CN" altLang="en-US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结束的、和最大的”连续子序列然后末尾补上</a:t>
                </a:r>
                <a:r>
                  <a:rPr lang="en-US" altLang="zh-CN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x[j]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 得到的必然是“</a:t>
                </a:r>
                <a:r>
                  <a:rPr lang="zh-CN" altLang="en-US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2400" kern="1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结束的、包含</a:t>
                </a:r>
                <a:r>
                  <a:rPr lang="en-US" altLang="zh-CN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kern="100" baseline="-25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j-1</a:t>
                </a:r>
                <a:r>
                  <a:rPr lang="zh-CN" altLang="en-US" sz="24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的、和最大的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”连续子序列。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算法描述：根据转移公式依次计算</a:t>
                </a:r>
                <a:r>
                  <a:rPr lang="en-US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F[1],…,F[n]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24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O(n)</a:t>
                </a:r>
                <a:endParaRPr lang="en-US" altLang="zh-CN" sz="2400" kern="1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Hans-HK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54E3652-B94D-4A45-A279-C14518898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302" t="-1713" r="-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37AF3A-DD5F-494E-917D-A47152DE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058292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97BC8-2BFC-49F9-8BF2-996FD2E4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动态规划算法应用举例</a:t>
            </a:r>
            <a:r>
              <a:rPr lang="en-US" altLang="zh-CN" dirty="0"/>
              <a:t>1(cont.)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54E3652-B94D-4A45-A279-C14518898CAE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179880" y="1508388"/>
                <a:ext cx="7404100" cy="2528888"/>
              </a:xfrm>
            </p:spPr>
            <p:txBody>
              <a:bodyPr>
                <a:noAutofit/>
              </a:bodyPr>
              <a:lstStyle/>
              <a:p>
                <a:pPr lvl="1">
                  <a:spcBef>
                    <a:spcPts val="1200"/>
                  </a:spcBef>
                </a:pPr>
                <a:r>
                  <a:rPr lang="zh-CN" altLang="en-US" sz="2400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转移方程</a:t>
                </a:r>
                <a:endParaRPr lang="en-US" altLang="zh-CN" sz="2400" kern="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]=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600" i="1" kern="100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 kern="100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600" i="1" kern="1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0" i="1" kern="1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600" b="0" i="1" kern="100" dirty="0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⁡{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600" i="1" kern="100" baseline="-250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600" i="1" kern="100" baseline="-250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CN" sz="2600" i="1" kern="100" dirty="0" err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i="1" kern="1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−1]}</m:t>
                              </m:r>
                            </m:e>
                            <m:e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1&lt;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altLang="zh-CN" sz="2600" b="0" i="1" kern="100" dirty="0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600" i="1" kern="10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CN" sz="2600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zh-CN" altLang="en-US" sz="2400" kern="100" dirty="0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举例</a:t>
                </a:r>
                <a:r>
                  <a:rPr lang="zh-CN" altLang="en-US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22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序列为</a:t>
                </a:r>
                <a:r>
                  <a:rPr lang="en-US" altLang="zh-CN" sz="22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zh-CN" altLang="en-US" sz="22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zh-CN" sz="2200" kern="1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1 -2  2 -1  1  4  -3  4  -3   2</a:t>
                </a:r>
              </a:p>
              <a:p>
                <a:pPr lvl="1"/>
                <a:r>
                  <a:rPr lang="en-US" altLang="zh-CN" sz="22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sz="22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值：             </a:t>
                </a:r>
                <a:r>
                  <a:rPr lang="en-US" altLang="zh-CN" sz="22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54E3652-B94D-4A45-A279-C14518898C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79880" y="1508388"/>
                <a:ext cx="7404100" cy="252888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185BFF1-C3E2-483F-829E-BA041209D0F2}"/>
              </a:ext>
            </a:extLst>
          </p:cNvPr>
          <p:cNvSpPr txBox="1"/>
          <p:nvPr/>
        </p:nvSpPr>
        <p:spPr>
          <a:xfrm>
            <a:off x="2838050" y="4037276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DBBCD7-82BB-4CFB-AD98-0F7EF3DFE465}"/>
              </a:ext>
            </a:extLst>
          </p:cNvPr>
          <p:cNvSpPr txBox="1"/>
          <p:nvPr/>
        </p:nvSpPr>
        <p:spPr>
          <a:xfrm>
            <a:off x="3053850" y="4262190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E30829-5A1C-42EF-A20F-5DD898171881}"/>
              </a:ext>
            </a:extLst>
          </p:cNvPr>
          <p:cNvSpPr txBox="1"/>
          <p:nvPr/>
        </p:nvSpPr>
        <p:spPr>
          <a:xfrm>
            <a:off x="3410732" y="4455845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A103C0-390F-4120-AEB8-9932C57EA3B4}"/>
              </a:ext>
            </a:extLst>
          </p:cNvPr>
          <p:cNvSpPr txBox="1"/>
          <p:nvPr/>
        </p:nvSpPr>
        <p:spPr>
          <a:xfrm>
            <a:off x="3695700" y="4693077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1BC1A5-4951-4710-B370-D2A44617A42C}"/>
              </a:ext>
            </a:extLst>
          </p:cNvPr>
          <p:cNvSpPr txBox="1"/>
          <p:nvPr/>
        </p:nvSpPr>
        <p:spPr>
          <a:xfrm>
            <a:off x="4020183" y="4874414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2D4999-9034-4039-94DE-48C6691A47DA}"/>
              </a:ext>
            </a:extLst>
          </p:cNvPr>
          <p:cNvSpPr txBox="1"/>
          <p:nvPr/>
        </p:nvSpPr>
        <p:spPr>
          <a:xfrm>
            <a:off x="4272906" y="5116888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805715-DACD-478C-B089-A87E289F5C91}"/>
              </a:ext>
            </a:extLst>
          </p:cNvPr>
          <p:cNvSpPr txBox="1"/>
          <p:nvPr/>
        </p:nvSpPr>
        <p:spPr>
          <a:xfrm>
            <a:off x="4572000" y="5317273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BC2208-D4E5-467D-8176-6A849A376B36}"/>
              </a:ext>
            </a:extLst>
          </p:cNvPr>
          <p:cNvSpPr txBox="1"/>
          <p:nvPr/>
        </p:nvSpPr>
        <p:spPr>
          <a:xfrm>
            <a:off x="4923825" y="5532716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4197F9-0A0B-415D-A468-F00F4FE4ACE4}"/>
              </a:ext>
            </a:extLst>
          </p:cNvPr>
          <p:cNvSpPr txBox="1"/>
          <p:nvPr/>
        </p:nvSpPr>
        <p:spPr>
          <a:xfrm>
            <a:off x="5275650" y="5748159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CA5F67-D62B-4DB8-B4CA-47F7AD3D9BB0}"/>
              </a:ext>
            </a:extLst>
          </p:cNvPr>
          <p:cNvSpPr txBox="1"/>
          <p:nvPr/>
        </p:nvSpPr>
        <p:spPr>
          <a:xfrm>
            <a:off x="5681261" y="5909903"/>
            <a:ext cx="49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Hans-HK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97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3" grpId="0"/>
      <p:bldP spid="15" grpId="0"/>
      <p:bldP spid="17" grpId="0"/>
      <p:bldP spid="19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A665F-B597-47C4-A33D-04DF4878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1 (extend)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497E79-306C-49A8-98B4-3110CC43908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扩展</a:t>
                </a:r>
                <a:r>
                  <a:rPr lang="en-US" altLang="zh-CN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】</a:t>
                </a:r>
                <a:r>
                  <a:rPr lang="zh-CN" altLang="en-US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输入序列</a:t>
                </a:r>
                <a:r>
                  <a:rPr lang="en-US" altLang="zh-CN" sz="26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kern="100" baseline="-250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6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</a:t>
                </a:r>
                <a:r>
                  <a:rPr lang="en-US" altLang="zh-CN" sz="2600" kern="100" dirty="0" err="1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600" kern="100" baseline="-25000" dirty="0" err="1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及</a:t>
                </a:r>
                <a:r>
                  <a:rPr lang="en-US" altLang="zh-CN" sz="26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k≥1</a:t>
                </a:r>
                <a:r>
                  <a:rPr lang="zh-CN" altLang="en-US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。要找到</a:t>
                </a:r>
                <a:r>
                  <a:rPr lang="en-US" altLang="zh-CN" sz="260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sz="260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个连续子序列</a:t>
                </a:r>
                <a:r>
                  <a:rPr lang="zh-CN" altLang="en-US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，彼此</a:t>
                </a:r>
                <a:r>
                  <a:rPr lang="zh-CN" altLang="en-US" sz="260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不相交</a:t>
                </a:r>
                <a:r>
                  <a:rPr lang="zh-CN" altLang="en-US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且它们的和最</a:t>
                </a:r>
                <a:r>
                  <a:rPr lang="zh-CN" altLang="en-US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大</a:t>
                </a:r>
                <a:r>
                  <a:rPr lang="zh-CN" altLang="en-US" sz="26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600" kern="1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600" kern="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这个扩展问题可以用动态规划解决。</a:t>
                </a:r>
                <a:endParaRPr lang="en-US" altLang="zh-CN" sz="26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提示：</a:t>
                </a:r>
                <a:r>
                  <a:rPr lang="en-US" altLang="zh-CN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F[</a:t>
                </a:r>
                <a:r>
                  <a:rPr lang="en-US" altLang="zh-CN" sz="2600" kern="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][j]</a:t>
                </a:r>
                <a:r>
                  <a:rPr lang="zh-CN" altLang="en-US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表示：</a:t>
                </a:r>
                <a:endParaRPr lang="en-US" altLang="zh-CN" sz="2600" i="1" kern="100" dirty="0">
                  <a:solidFill>
                    <a:srgbClr val="FFC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11480" lvl="2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1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1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kern="1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b="0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600" i="1" kern="1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i="1" kern="1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i="1" kern="1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6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中选出</a:t>
                </a:r>
                <a:r>
                  <a:rPr lang="en-US" altLang="zh-CN" sz="2600" i="1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6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段且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 kern="1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600" b="0" i="1" kern="1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600" b="0" i="1" kern="1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600" kern="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必须被选，最大和是多少</a:t>
                </a:r>
                <a:r>
                  <a:rPr lang="zh-CN" altLang="en-US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6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可以动态规划来计算</a:t>
                </a:r>
                <a:r>
                  <a:rPr lang="en-US" altLang="zh-CN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F[</a:t>
                </a:r>
                <a:r>
                  <a:rPr lang="en-US" altLang="zh-CN" sz="2600" kern="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][j]</a:t>
                </a:r>
                <a:r>
                  <a:rPr lang="zh-CN" altLang="en-US" sz="26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600" kern="1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Hans-HK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497E79-306C-49A8-98B4-3110CC439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1447" t="-642" r="-15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BFE6BF-C47B-F54D-8933-CCC038DC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173856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60BCB72-232D-4453-86D6-9B840E91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BBC06BF8-AA21-47A6-BA1A-2EBA4FB0826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-43347" y="806988"/>
                <a:ext cx="9107932" cy="5918526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>
                    <a:solidFill>
                      <a:srgbClr val="00B050"/>
                    </a:solidFill>
                  </a:rPr>
                  <a:t>最长递增子序列</a:t>
                </a:r>
                <a:endParaRPr lang="en-US" altLang="zh-CN" sz="2400" dirty="0">
                  <a:solidFill>
                    <a:srgbClr val="00B050"/>
                  </a:solidFill>
                </a:endParaRPr>
              </a:p>
              <a:p>
                <a:pPr lvl="1"/>
                <a:r>
                  <a:rPr lang="en-US" altLang="zh-CN" sz="2400" dirty="0"/>
                  <a:t>【</a:t>
                </a:r>
                <a:r>
                  <a:rPr lang="zh-CN" altLang="en-US" sz="2400" dirty="0"/>
                  <a:t>问题描述</a:t>
                </a:r>
                <a:r>
                  <a:rPr lang="en-US" altLang="zh-CN" sz="2400" dirty="0"/>
                  <a:t>】</a:t>
                </a:r>
                <a:r>
                  <a:rPr lang="zh-CN" altLang="en-US" sz="2400" dirty="0"/>
                  <a:t>输入实数序列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=x</a:t>
                </a:r>
                <a:r>
                  <a:rPr lang="en-US" altLang="zh-CN" sz="2400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,…,</a:t>
                </a:r>
                <a:r>
                  <a:rPr lang="en-US" altLang="zh-CN" sz="2400" dirty="0" err="1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baseline="-25000" dirty="0" err="1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lvl="2"/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称作</m:t>
                    </m:r>
                  </m:oMath>
                </a14:m>
                <a:r>
                  <a:rPr lang="en-US" altLang="zh-CN" sz="2400" b="1" dirty="0"/>
                  <a:t>x</a:t>
                </a:r>
                <a:r>
                  <a:rPr lang="zh-CN" altLang="en-US" sz="2400" dirty="0"/>
                  <a:t>的子序列。</a:t>
                </a:r>
                <a:endParaRPr lang="en-US" altLang="zh-CN" sz="2400" dirty="0"/>
              </a:p>
              <a:p>
                <a:pPr lvl="2"/>
                <a:r>
                  <a:rPr lang="zh-CN" altLang="en-US" sz="2400" dirty="0"/>
                  <a:t>若子序列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/>
                  <a:t>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/>
                  <a:t>，则称之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递增子序列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lvl="2"/>
                <a:r>
                  <a:rPr lang="zh-CN" altLang="en-US" sz="2400" dirty="0"/>
                  <a:t>问题：序列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400" dirty="0"/>
                  <a:t>的递增子序列最多包含多少个元素？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>
                    <a:solidFill>
                      <a:srgbClr val="FF00FF"/>
                    </a:solidFill>
                  </a:rPr>
                  <a:t>举例</a:t>
                </a:r>
                <a:endParaRPr lang="en-US" altLang="zh-CN" sz="2400" dirty="0">
                  <a:solidFill>
                    <a:srgbClr val="FF00FF"/>
                  </a:solidFill>
                </a:endParaRPr>
              </a:p>
              <a:p>
                <a:pPr lvl="2"/>
                <a:r>
                  <a:rPr lang="en-US" altLang="zh-CN" sz="2400" dirty="0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dirty="0"/>
                  <a:t> =  	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3   1   5   2   6   7   4</a:t>
                </a:r>
              </a:p>
              <a:p>
                <a:pPr lvl="2"/>
                <a:r>
                  <a:rPr lang="en-US" altLang="zh-CN" sz="2400" dirty="0"/>
                  <a:t>         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3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1   5 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2</a:t>
                </a:r>
                <a:r>
                  <a:rPr lang="en-US" altLang="zh-CN" sz="2400" dirty="0"/>
                  <a:t>   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6   7</a:t>
                </a:r>
                <a:r>
                  <a:rPr lang="en-US" altLang="zh-CN" sz="2400" dirty="0"/>
                  <a:t> 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4</a:t>
                </a:r>
                <a:r>
                  <a:rPr lang="en-US" altLang="zh-CN" sz="2400" dirty="0"/>
                  <a:t>    </a:t>
                </a:r>
                <a:r>
                  <a:rPr lang="zh-CN" altLang="en-US" sz="2400" dirty="0"/>
                  <a:t>是递增子序列，含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2400" dirty="0"/>
                  <a:t>个元素。</a:t>
                </a:r>
                <a:endParaRPr lang="en-US" altLang="zh-CN" sz="2400" dirty="0"/>
              </a:p>
              <a:p>
                <a:pPr lvl="2"/>
                <a:r>
                  <a:rPr lang="en-US" altLang="zh-CN" sz="2400" dirty="0"/>
                  <a:t>         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3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1 </a:t>
                </a:r>
                <a:r>
                  <a:rPr lang="en-US" altLang="zh-CN" sz="2400" dirty="0"/>
                  <a:t>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5</a:t>
                </a:r>
                <a:r>
                  <a:rPr lang="en-US" altLang="zh-CN" sz="2400" dirty="0"/>
                  <a:t>   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2   6   7 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4    </a:t>
                </a:r>
                <a:r>
                  <a:rPr lang="zh-CN" altLang="en-US" sz="2400" dirty="0"/>
                  <a:t>是递增子序列，含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2400" dirty="0"/>
                  <a:t>个元素。</a:t>
                </a:r>
                <a:endParaRPr lang="en-US" altLang="zh-CN" sz="2400" dirty="0"/>
              </a:p>
              <a:p>
                <a:pPr lvl="2"/>
                <a:r>
                  <a:rPr lang="zh-CN" altLang="en-US" sz="2400" dirty="0">
                    <a:solidFill>
                      <a:srgbClr val="002060"/>
                    </a:solidFill>
                  </a:rPr>
                  <a:t>         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3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1</a:t>
                </a:r>
                <a:r>
                  <a:rPr lang="en-US" altLang="zh-CN" sz="2400" dirty="0"/>
                  <a:t>  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5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sz="2400" dirty="0"/>
                  <a:t>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2</a:t>
                </a:r>
                <a:r>
                  <a:rPr lang="en-US" altLang="zh-CN" sz="2400" dirty="0"/>
                  <a:t>   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6   7 </a:t>
                </a:r>
                <a:r>
                  <a:rPr lang="en-US" altLang="zh-CN" sz="2400" dirty="0"/>
                  <a:t>  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4    </a:t>
                </a:r>
                <a:r>
                  <a:rPr lang="zh-CN" altLang="en-US" sz="2400" dirty="0"/>
                  <a:t>是递增子序列，含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2400" dirty="0"/>
                  <a:t>个元素。</a:t>
                </a:r>
                <a:endParaRPr lang="en-US" altLang="zh-CN" sz="2400" dirty="0"/>
              </a:p>
              <a:p>
                <a:pPr lvl="2"/>
                <a:r>
                  <a:rPr lang="zh-CN" altLang="en-US" sz="2400" dirty="0"/>
                  <a:t>为了方便，一个子序列的元素个数叫做这个序列的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长度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BBC06BF8-AA21-47A6-BA1A-2EBA4FB08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-43347" y="806988"/>
                <a:ext cx="9107932" cy="5918526"/>
              </a:xfrm>
              <a:blipFill>
                <a:blip r:embed="rId2"/>
                <a:stretch>
                  <a:fillRect l="-1253" t="-642" r="-4457" b="-3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E42BE8-C39A-A744-8D74-680316BA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63162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17AAE-7876-42C4-A642-6EF5002A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2(cont.)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83085B-CE3A-406D-A8EF-D094A55FA3B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状态描述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>
                    <a:solidFill>
                      <a:srgbClr val="00B0F0"/>
                    </a:solidFill>
                  </a:rPr>
                  <a:t>F[j]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：</a:t>
                </a:r>
                <a:r>
                  <a:rPr lang="zh-CN" altLang="en-US" sz="2400" dirty="0"/>
                  <a:t>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/>
                  <a:t>的“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结束</a:t>
                </a:r>
                <a:r>
                  <a:rPr lang="zh-CN" altLang="en-US" sz="2400" dirty="0"/>
                  <a:t>”的最长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递增</a:t>
                </a:r>
                <a:r>
                  <a:rPr lang="zh-CN" altLang="en-US" sz="2400" dirty="0"/>
                  <a:t>子序列的长度</a:t>
                </a:r>
                <a:endParaRPr lang="en-US" altLang="zh-CN" sz="2400" dirty="0"/>
              </a:p>
              <a:p>
                <a:pPr lvl="1"/>
                <a:r>
                  <a:rPr lang="en-US" altLang="zh-CN" sz="2400" b="1" dirty="0">
                    <a:solidFill>
                      <a:schemeClr val="tx1"/>
                    </a:solidFill>
                  </a:rPr>
                  <a:t>x=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(x</a:t>
                </a:r>
                <a:r>
                  <a:rPr lang="en-US" altLang="zh-CN" sz="2400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,…</a:t>
                </a:r>
                <a:r>
                  <a:rPr lang="en-US" altLang="zh-CN" sz="2400" dirty="0" err="1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2400" baseline="-25000" dirty="0" err="1">
                    <a:solidFill>
                      <a:schemeClr val="tx1"/>
                    </a:solidFill>
                  </a:rPr>
                  <a:t>n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的最长递增子序列以某个</a:t>
                </a:r>
                <a:r>
                  <a:rPr lang="en-US" altLang="zh-CN" sz="2400" dirty="0" err="1">
                    <a:solidFill>
                      <a:schemeClr val="accent2"/>
                    </a:solidFill>
                  </a:rPr>
                  <a:t>x</a:t>
                </a:r>
                <a:r>
                  <a:rPr lang="en-US" altLang="zh-CN" sz="2400" baseline="-25000" dirty="0" err="1">
                    <a:solidFill>
                      <a:schemeClr val="accent2"/>
                    </a:solidFill>
                  </a:rPr>
                  <a:t>j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结束 </a:t>
                </a:r>
                <a:r>
                  <a:rPr lang="en-US" altLang="zh-CN" sz="2400" dirty="0">
                    <a:solidFill>
                      <a:schemeClr val="accent2"/>
                    </a:solidFill>
                    <a:sym typeface="Wingdings" panose="05000000000000000000" pitchFamily="2" charset="2"/>
                  </a:rPr>
                  <a:t>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 x</a:t>
                </a:r>
                <a:r>
                  <a:rPr lang="zh-CN" altLang="en-US" sz="2400" dirty="0"/>
                  <a:t>的最长递增子序列长度</a:t>
                </a:r>
                <a:r>
                  <a:rPr lang="en-US" altLang="zh-CN" sz="2400" dirty="0"/>
                  <a:t>=</a:t>
                </a:r>
                <a:r>
                  <a:rPr lang="en-US" altLang="zh-CN" sz="2400" dirty="0">
                    <a:solidFill>
                      <a:srgbClr val="00B0F0"/>
                    </a:solidFill>
                  </a:rPr>
                  <a:t>max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{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F[1],…,F[n]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}</a:t>
                </a:r>
                <a:r>
                  <a:rPr lang="zh-CN" altLang="en-US" sz="2400" dirty="0">
                    <a:solidFill>
                      <a:srgbClr val="00B050"/>
                    </a:solidFill>
                  </a:rPr>
                  <a:t>。</a:t>
                </a:r>
                <a:r>
                  <a:rPr lang="zh-CN" altLang="en-US" sz="2400" dirty="0"/>
                  <a:t>故，转换为求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F[1],…,F[n]</a:t>
                </a:r>
              </a:p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转移方程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⁡{ 1,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i="1" dirty="0" err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i="1" dirty="0" err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+ 1}</m:t>
                    </m:r>
                  </m:oMath>
                </a14:m>
                <a:r>
                  <a:rPr lang="en-US" altLang="zh-CN" sz="2400" dirty="0">
                    <a:solidFill>
                      <a:srgbClr val="FFC000"/>
                    </a:solidFill>
                  </a:rPr>
                  <a:t>      </a:t>
                </a:r>
              </a:p>
              <a:p>
                <a:pPr lvl="1"/>
                <a:endParaRPr lang="en-US" altLang="zh-CN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83085B-CE3A-406D-A8EF-D094A55FA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302" t="-642" r="-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746372-281B-0A46-9CC3-8696FD16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507144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17AAE-7876-42C4-A642-6EF5002A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2(cont.)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83085B-CE3A-406D-A8EF-D094A55FA3B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转移方程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⁡{ 1,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i="1" dirty="0" err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i="1" dirty="0" err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+ 1}</m:t>
                    </m:r>
                  </m:oMath>
                </a14:m>
                <a:r>
                  <a:rPr lang="en-US" altLang="zh-CN" sz="2400" dirty="0">
                    <a:solidFill>
                      <a:srgbClr val="FFC000"/>
                    </a:solidFill>
                  </a:rPr>
                  <a:t>      </a:t>
                </a:r>
              </a:p>
              <a:p>
                <a:pPr lvl="1"/>
                <a:r>
                  <a:rPr lang="en-US" altLang="zh-CN" sz="2400" dirty="0">
                    <a:solidFill>
                      <a:srgbClr val="FFC000"/>
                    </a:solidFill>
                  </a:rPr>
                  <a:t>WHY?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</a:rPr>
                  <a:t>的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结束的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递增子序列有两类：</a:t>
                </a:r>
                <a:endParaRPr lang="en-US" altLang="zh-CN" sz="2400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altLang="zh-CN" sz="2400" dirty="0">
                    <a:solidFill>
                      <a:srgbClr val="7030A0"/>
                    </a:solidFill>
                  </a:rPr>
                  <a:t>(1) 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它仅包含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</a:rPr>
                  <a:t>它自己。此时长度为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。</a:t>
                </a:r>
                <a:endParaRPr lang="en-US" altLang="zh-CN" sz="2400" dirty="0">
                  <a:solidFill>
                    <a:srgbClr val="7030A0"/>
                  </a:solidFill>
                </a:endParaRPr>
              </a:p>
              <a:p>
                <a:pPr lvl="2"/>
                <a:r>
                  <a:rPr lang="en-US" altLang="zh-CN" sz="2400" dirty="0">
                    <a:solidFill>
                      <a:srgbClr val="7030A0"/>
                    </a:solidFill>
                  </a:rPr>
                  <a:t>(2)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 它包含至少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个元素，即，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</a:rPr>
                  <a:t>接在某个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7030A0"/>
                    </a:solidFill>
                  </a:rPr>
                  <a:t>之后</a:t>
                </a:r>
                <a:r>
                  <a:rPr lang="en-US" altLang="zh-CN" sz="2400" dirty="0">
                    <a:solidFill>
                      <a:srgbClr val="7030A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srgbClr val="7030A0"/>
                    </a:solidFill>
                  </a:rPr>
                  <a:t>)</a:t>
                </a:r>
                <a:r>
                  <a:rPr lang="zh-CN" altLang="en-US" sz="2400" dirty="0">
                    <a:solidFill>
                      <a:srgbClr val="7030A0"/>
                    </a:solidFill>
                  </a:rPr>
                  <a:t>。</a:t>
                </a:r>
                <a:endParaRPr lang="en-US" altLang="zh-CN" sz="2400" dirty="0">
                  <a:solidFill>
                    <a:srgbClr val="7030A0"/>
                  </a:solidFill>
                </a:endParaRPr>
              </a:p>
              <a:p>
                <a:pPr marL="782955" lvl="2" indent="0">
                  <a:buNone/>
                </a:pPr>
                <a:r>
                  <a:rPr lang="zh-CN" altLang="en-US" sz="2400" dirty="0">
                    <a:solidFill>
                      <a:schemeClr val="accent2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sz="2400" dirty="0">
                    <a:solidFill>
                      <a:schemeClr val="accent2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2"/>
                    </a:solidFill>
                  </a:rPr>
                  <a:t>时，若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2"/>
                    </a:solidFill>
                  </a:rPr>
                  <a:t>是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结束的最长递增子序列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4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2"/>
                    </a:solidFill>
                  </a:rPr>
                  <a:t>是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结束的最长递增子序列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。</a:t>
                </a:r>
                <a:r>
                  <a:rPr lang="zh-CN" altLang="en-US" sz="2400" b="1" dirty="0">
                    <a:solidFill>
                      <a:schemeClr val="accent2"/>
                    </a:solidFill>
                  </a:rPr>
                  <a:t>反之依然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！</a:t>
                </a:r>
                <a:br>
                  <a:rPr lang="en-US" altLang="zh-CN" sz="2400" dirty="0">
                    <a:solidFill>
                      <a:schemeClr val="accent2"/>
                    </a:solidFill>
                  </a:rPr>
                </a:br>
                <a:r>
                  <a:rPr lang="zh-CN" altLang="en-US" sz="2400" dirty="0">
                    <a:solidFill>
                      <a:schemeClr val="accent2"/>
                    </a:solidFill>
                  </a:rPr>
                  <a:t>因此，以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2"/>
                    </a:solidFill>
                  </a:rPr>
                  <a:t>结束的最长递增子序列的长度为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F[</a:t>
                </a:r>
                <a:r>
                  <a:rPr lang="en-US" altLang="zh-CN" sz="2400" dirty="0" err="1">
                    <a:solidFill>
                      <a:schemeClr val="accent2"/>
                    </a:solidFill>
                  </a:rPr>
                  <a:t>i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]+1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。</a:t>
                </a:r>
                <a:endParaRPr lang="en-US" altLang="zh-CN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83085B-CE3A-406D-A8EF-D094A55FA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1302" r="-4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746372-281B-0A46-9CC3-8696FD16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476935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C3BA6-91AA-40E6-A86F-5E3EEE45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2(cont.)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DE3B8B-17BC-47B1-8C4A-F64A2A42F86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⁡{ 1,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i="1" dirty="0" err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i="1" dirty="0" err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err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+ 1}</m:t>
                    </m:r>
                  </m:oMath>
                </a14:m>
                <a:r>
                  <a:rPr lang="en-US" altLang="zh-CN" sz="2400" dirty="0">
                    <a:solidFill>
                      <a:srgbClr val="FFC000"/>
                    </a:solidFill>
                  </a:rPr>
                  <a:t>      </a:t>
                </a:r>
                <a:endParaRPr lang="en-US" altLang="zh-CN" sz="2400" dirty="0"/>
              </a:p>
              <a:p>
                <a:r>
                  <a:rPr lang="zh-CN" altLang="en-US" sz="2400" dirty="0"/>
                  <a:t>可以依次计算</a:t>
                </a:r>
                <a:r>
                  <a:rPr lang="en-US" altLang="zh-CN" sz="2400" dirty="0"/>
                  <a:t>F[1],…,F[n]</a:t>
                </a:r>
                <a:r>
                  <a:rPr lang="zh-CN" altLang="en-US" sz="2400" dirty="0"/>
                  <a:t>。时间复杂度为</a:t>
                </a:r>
                <a:r>
                  <a:rPr lang="en-US" altLang="zh-CN" sz="2400" dirty="0"/>
                  <a:t>O(n</a:t>
                </a:r>
                <a:r>
                  <a:rPr lang="en-US" altLang="zh-CN" sz="2400" baseline="30000" dirty="0"/>
                  <a:t>2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zh-CN" altLang="en-US" sz="2400" dirty="0">
                    <a:solidFill>
                      <a:srgbClr val="FF00FF"/>
                    </a:solidFill>
                  </a:rPr>
                  <a:t>举例：</a:t>
                </a:r>
                <a:endParaRPr lang="en-US" altLang="zh-CN" sz="2400" dirty="0">
                  <a:solidFill>
                    <a:srgbClr val="FF00FF"/>
                  </a:solidFill>
                </a:endParaRPr>
              </a:p>
              <a:p>
                <a:pPr lvl="1"/>
                <a:r>
                  <a:rPr lang="en-US" altLang="zh-CN" sz="2400" dirty="0">
                    <a:solidFill>
                      <a:srgbClr val="00B050"/>
                    </a:solidFill>
                  </a:rPr>
                  <a:t>X</a:t>
                </a:r>
                <a:r>
                  <a:rPr lang="en-US" altLang="zh-CN" sz="2400" dirty="0"/>
                  <a:t> =  	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3   1   5   2   6   7   4</a:t>
                </a:r>
              </a:p>
              <a:p>
                <a:pPr lvl="1"/>
                <a:r>
                  <a:rPr lang="en-US" altLang="zh-CN" sz="2400" dirty="0">
                    <a:solidFill>
                      <a:srgbClr val="00B050"/>
                    </a:solidFill>
                  </a:rPr>
                  <a:t>F</a:t>
                </a:r>
                <a:r>
                  <a:rPr lang="en-US" altLang="zh-CN" sz="2400" dirty="0"/>
                  <a:t> =  	</a:t>
                </a:r>
                <a:endParaRPr lang="en-US" altLang="zh-CN" sz="2400" dirty="0">
                  <a:solidFill>
                    <a:srgbClr val="002060"/>
                  </a:solidFill>
                </a:endParaRPr>
              </a:p>
              <a:p>
                <a:pPr lvl="1"/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Extension:</a:t>
                </a:r>
              </a:p>
              <a:p>
                <a:pPr lvl="1"/>
                <a:r>
                  <a:rPr lang="zh-CN" altLang="en-US" sz="2400" dirty="0"/>
                  <a:t>之后讲到“查找”时，将给出</a:t>
                </a:r>
                <a:r>
                  <a:rPr lang="en-US" altLang="zh-CN" sz="2400" dirty="0"/>
                  <a:t>O(n log n)</a:t>
                </a:r>
                <a:r>
                  <a:rPr lang="zh-CN" altLang="en-US" sz="2400" dirty="0"/>
                  <a:t>的算法。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DE3B8B-17BC-47B1-8C4A-F64A2A42F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013" t="-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198A5A8-7253-4879-B2C2-849E99583BD4}"/>
              </a:ext>
            </a:extLst>
          </p:cNvPr>
          <p:cNvSpPr txBox="1"/>
          <p:nvPr/>
        </p:nvSpPr>
        <p:spPr>
          <a:xfrm>
            <a:off x="2043812" y="2954994"/>
            <a:ext cx="54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1</a:t>
            </a:r>
            <a:endParaRPr lang="zh-Hans-HK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DB957A-7487-4B71-BBCF-5450F84852BB}"/>
              </a:ext>
            </a:extLst>
          </p:cNvPr>
          <p:cNvSpPr txBox="1"/>
          <p:nvPr/>
        </p:nvSpPr>
        <p:spPr>
          <a:xfrm>
            <a:off x="2425752" y="3226647"/>
            <a:ext cx="54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1</a:t>
            </a:r>
            <a:endParaRPr lang="zh-Hans-HK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70C87D-6CAB-4652-B7DF-5936E3483F94}"/>
              </a:ext>
            </a:extLst>
          </p:cNvPr>
          <p:cNvSpPr txBox="1"/>
          <p:nvPr/>
        </p:nvSpPr>
        <p:spPr>
          <a:xfrm>
            <a:off x="2770858" y="3562826"/>
            <a:ext cx="54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2</a:t>
            </a:r>
            <a:endParaRPr lang="zh-Hans-HK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D7E9DE-40A8-4DB2-AECA-FFEB8B38A33E}"/>
              </a:ext>
            </a:extLst>
          </p:cNvPr>
          <p:cNvSpPr txBox="1"/>
          <p:nvPr/>
        </p:nvSpPr>
        <p:spPr>
          <a:xfrm>
            <a:off x="3132224" y="3880366"/>
            <a:ext cx="54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2</a:t>
            </a:r>
            <a:endParaRPr lang="zh-Hans-HK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C12B56-DEF3-4007-AA1C-76CE55420619}"/>
              </a:ext>
            </a:extLst>
          </p:cNvPr>
          <p:cNvSpPr txBox="1"/>
          <p:nvPr/>
        </p:nvSpPr>
        <p:spPr>
          <a:xfrm>
            <a:off x="3509508" y="4193891"/>
            <a:ext cx="54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3</a:t>
            </a:r>
            <a:endParaRPr lang="zh-Hans-HK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C0EC5B-434B-4AB1-BB3C-BE3232BB1708}"/>
              </a:ext>
            </a:extLst>
          </p:cNvPr>
          <p:cNvSpPr txBox="1"/>
          <p:nvPr/>
        </p:nvSpPr>
        <p:spPr>
          <a:xfrm>
            <a:off x="3829781" y="4563223"/>
            <a:ext cx="54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4</a:t>
            </a:r>
            <a:endParaRPr lang="zh-Hans-HK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B5A6A7-0B85-4931-82DB-81EF569CF36F}"/>
              </a:ext>
            </a:extLst>
          </p:cNvPr>
          <p:cNvSpPr txBox="1"/>
          <p:nvPr/>
        </p:nvSpPr>
        <p:spPr>
          <a:xfrm>
            <a:off x="4150054" y="4834876"/>
            <a:ext cx="54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3</a:t>
            </a:r>
            <a:endParaRPr lang="zh-Hans-HK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350CA2-5B3E-4D81-A35E-69F9CFEF2F0B}"/>
              </a:ext>
            </a:extLst>
          </p:cNvPr>
          <p:cNvSpPr txBox="1"/>
          <p:nvPr/>
        </p:nvSpPr>
        <p:spPr>
          <a:xfrm>
            <a:off x="5130953" y="3531974"/>
            <a:ext cx="223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max{F[1],F[2]}+1</a:t>
            </a:r>
            <a:r>
              <a:rPr lang="en-US" altLang="zh-CN" dirty="0"/>
              <a:t>=2</a:t>
            </a:r>
            <a:endParaRPr lang="zh-Hans-HK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5841003-1CF7-4EA0-B3CD-5464ADB77818}"/>
              </a:ext>
            </a:extLst>
          </p:cNvPr>
          <p:cNvSpPr txBox="1"/>
          <p:nvPr/>
        </p:nvSpPr>
        <p:spPr>
          <a:xfrm>
            <a:off x="5158754" y="3838643"/>
            <a:ext cx="223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max{F[2]}+1</a:t>
            </a:r>
            <a:r>
              <a:rPr lang="en-US" altLang="zh-CN" dirty="0"/>
              <a:t>=2</a:t>
            </a:r>
            <a:endParaRPr lang="zh-Hans-HK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46E6AA-02B4-4EEF-B416-FCE1D7217169}"/>
              </a:ext>
            </a:extLst>
          </p:cNvPr>
          <p:cNvSpPr txBox="1"/>
          <p:nvPr/>
        </p:nvSpPr>
        <p:spPr>
          <a:xfrm>
            <a:off x="5158754" y="4183425"/>
            <a:ext cx="3214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max{F[</a:t>
            </a:r>
            <a:r>
              <a:rPr lang="en-US" altLang="zh-CN" dirty="0"/>
              <a:t>1</a:t>
            </a:r>
            <a:r>
              <a:rPr lang="en-US" altLang="zh-Hans-HK" dirty="0"/>
              <a:t>],F[2],F[3],F[4]}+1</a:t>
            </a:r>
            <a:r>
              <a:rPr lang="en-US" altLang="zh-CN" dirty="0"/>
              <a:t>=3</a:t>
            </a:r>
            <a:endParaRPr lang="zh-Hans-HK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71E9E6-E182-4201-A671-913DEE0FCE9C}"/>
              </a:ext>
            </a:extLst>
          </p:cNvPr>
          <p:cNvSpPr txBox="1"/>
          <p:nvPr/>
        </p:nvSpPr>
        <p:spPr>
          <a:xfrm>
            <a:off x="5182738" y="4525499"/>
            <a:ext cx="374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max{F[</a:t>
            </a:r>
            <a:r>
              <a:rPr lang="en-US" altLang="zh-CN" dirty="0"/>
              <a:t>1</a:t>
            </a:r>
            <a:r>
              <a:rPr lang="en-US" altLang="zh-Hans-HK" dirty="0"/>
              <a:t>],F[2],F[3],F[4],F[5]}+1</a:t>
            </a:r>
            <a:r>
              <a:rPr lang="en-US" altLang="zh-CN" dirty="0"/>
              <a:t>=4</a:t>
            </a:r>
            <a:endParaRPr lang="zh-Hans-HK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33A675-1C43-4E6C-B4B8-B10C8A863E3F}"/>
              </a:ext>
            </a:extLst>
          </p:cNvPr>
          <p:cNvSpPr txBox="1"/>
          <p:nvPr/>
        </p:nvSpPr>
        <p:spPr>
          <a:xfrm>
            <a:off x="5194730" y="4834876"/>
            <a:ext cx="374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/>
              <a:t>max{F[</a:t>
            </a:r>
            <a:r>
              <a:rPr lang="en-US" altLang="zh-CN" dirty="0"/>
              <a:t>1</a:t>
            </a:r>
            <a:r>
              <a:rPr lang="en-US" altLang="zh-Hans-HK" dirty="0"/>
              <a:t>],F[2],F[</a:t>
            </a:r>
            <a:r>
              <a:rPr lang="en-US" altLang="zh-CN" dirty="0"/>
              <a:t>4</a:t>
            </a:r>
            <a:r>
              <a:rPr lang="en-US" altLang="zh-Hans-HK" dirty="0"/>
              <a:t>]}+1</a:t>
            </a:r>
            <a:r>
              <a:rPr lang="en-US" altLang="zh-CN" dirty="0"/>
              <a:t>=3</a:t>
            </a:r>
            <a:endParaRPr lang="zh-Hans-HK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CE8F6A-9B5D-C74B-A1C5-33C3CD71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953462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11" grpId="0"/>
      <p:bldP spid="13" grpId="0"/>
      <p:bldP spid="14" grpId="0"/>
      <p:bldP spid="15" grpId="0"/>
      <p:bldP spid="15" grpId="1"/>
      <p:bldP spid="17" grpId="0"/>
      <p:bldP spid="17" grpId="1"/>
      <p:bldP spid="19" grpId="0"/>
      <p:bldP spid="19" grpId="1"/>
      <p:bldP spid="20" grpId="0"/>
      <p:bldP spid="20" grpId="1"/>
      <p:bldP spid="21" grpId="0"/>
      <p:bldP spid="2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D1EF6-F479-424B-83E9-154911F7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原问题和</a:t>
            </a:r>
            <a:r>
              <a:rPr lang="en-US" altLang="zh-CN" dirty="0"/>
              <a:t>DP</a:t>
            </a:r>
            <a:r>
              <a:rPr lang="zh-CN" altLang="en-US" dirty="0"/>
              <a:t>解决的问题有区别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6F8361-E119-4D1B-A367-FAADC4DFDB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9697" y="3886200"/>
            <a:ext cx="8755117" cy="2839314"/>
          </a:xfrm>
        </p:spPr>
        <p:txBody>
          <a:bodyPr>
            <a:noAutofit/>
          </a:bodyPr>
          <a:lstStyle/>
          <a:p>
            <a:pPr lvl="1"/>
            <a:r>
              <a:rPr lang="en-US" altLang="zh-CN" sz="2800" dirty="0">
                <a:solidFill>
                  <a:srgbClr val="FFC000"/>
                </a:solidFill>
              </a:rPr>
              <a:t>WHY</a:t>
            </a:r>
            <a:r>
              <a:rPr lang="zh-CN" altLang="en-US" sz="2800" dirty="0">
                <a:solidFill>
                  <a:srgbClr val="FFC000"/>
                </a:solidFill>
              </a:rPr>
              <a:t>？</a:t>
            </a:r>
            <a:r>
              <a:rPr lang="en-US" altLang="zh-Hans-HK" sz="2800" dirty="0"/>
              <a:t>x</a:t>
            </a:r>
            <a:r>
              <a:rPr lang="en-US" altLang="zh-Hans-HK" sz="2800" baseline="-25000" dirty="0"/>
              <a:t>1</a:t>
            </a:r>
            <a:r>
              <a:rPr lang="en-US" altLang="zh-Hans-HK" sz="2800" dirty="0"/>
              <a:t>…</a:t>
            </a:r>
            <a:r>
              <a:rPr lang="en-US" altLang="zh-Hans-HK" sz="2800" dirty="0" err="1"/>
              <a:t>x</a:t>
            </a:r>
            <a:r>
              <a:rPr lang="en-US" altLang="zh-Hans-HK" sz="2800" baseline="-25000" dirty="0" err="1"/>
              <a:t>j</a:t>
            </a:r>
            <a:r>
              <a:rPr lang="zh-CN" altLang="en-US" sz="2800" dirty="0"/>
              <a:t>的最大和连续子序列</a:t>
            </a:r>
            <a:r>
              <a:rPr lang="zh-CN" altLang="en-US" sz="2800" dirty="0">
                <a:solidFill>
                  <a:srgbClr val="FF0000"/>
                </a:solidFill>
              </a:rPr>
              <a:t>无法</a:t>
            </a:r>
            <a:r>
              <a:rPr lang="zh-CN" altLang="en-US" sz="2800" dirty="0"/>
              <a:t>从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…x</a:t>
            </a:r>
            <a:r>
              <a:rPr lang="en-US" altLang="zh-CN" sz="2800" baseline="-25000" dirty="0"/>
              <a:t>j-1</a:t>
            </a:r>
            <a:r>
              <a:rPr lang="zh-CN" altLang="en-US" sz="2800" dirty="0"/>
              <a:t>的最大和连续子序列求出。</a:t>
            </a:r>
            <a:endParaRPr lang="en-US" altLang="zh-CN" sz="2800" dirty="0"/>
          </a:p>
          <a:p>
            <a:pPr lvl="2"/>
            <a:r>
              <a:rPr lang="zh-CN" altLang="en-US" sz="2600" dirty="0"/>
              <a:t>需要加上约束才能给出递推关系（转移方程）。</a:t>
            </a:r>
            <a:endParaRPr lang="zh-Hans-HK" altLang="en-US" sz="26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849143C-0B0E-418E-89CF-067C44BA9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767306"/>
              </p:ext>
            </p:extLst>
          </p:nvPr>
        </p:nvGraphicFramePr>
        <p:xfrm>
          <a:off x="633779" y="1115800"/>
          <a:ext cx="752475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827">
                  <a:extLst>
                    <a:ext uri="{9D8B030D-6E8A-4147-A177-3AD203B41FA5}">
                      <a16:colId xmlns:a16="http://schemas.microsoft.com/office/drawing/2014/main" val="4022048977"/>
                    </a:ext>
                  </a:extLst>
                </a:gridCol>
                <a:gridCol w="3305908">
                  <a:extLst>
                    <a:ext uri="{9D8B030D-6E8A-4147-A177-3AD203B41FA5}">
                      <a16:colId xmlns:a16="http://schemas.microsoft.com/office/drawing/2014/main" val="1137465868"/>
                    </a:ext>
                  </a:extLst>
                </a:gridCol>
                <a:gridCol w="3259015">
                  <a:extLst>
                    <a:ext uri="{9D8B030D-6E8A-4147-A177-3AD203B41FA5}">
                      <a16:colId xmlns:a16="http://schemas.microsoft.com/office/drawing/2014/main" val="4076849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Hans-HK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原问题</a:t>
                      </a:r>
                      <a:endParaRPr lang="zh-Hans-HK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DP</a:t>
                      </a:r>
                      <a:r>
                        <a:rPr lang="zh-CN" altLang="en-US" sz="2400" dirty="0"/>
                        <a:t>解的子问题</a:t>
                      </a:r>
                      <a:endParaRPr lang="zh-Hans-HK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60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例</a:t>
                      </a:r>
                      <a:r>
                        <a:rPr lang="en-US" altLang="zh-CN" sz="2400" dirty="0"/>
                        <a:t>1</a:t>
                      </a:r>
                      <a:endParaRPr lang="zh-Hans-HK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x</a:t>
                      </a:r>
                      <a:r>
                        <a:rPr lang="en-US" altLang="zh-CN" sz="2400" baseline="-25000" dirty="0"/>
                        <a:t>1</a:t>
                      </a:r>
                      <a:r>
                        <a:rPr lang="en-US" altLang="zh-CN" sz="2400" dirty="0"/>
                        <a:t>…</a:t>
                      </a:r>
                      <a:r>
                        <a:rPr lang="en-US" altLang="zh-CN" sz="2400" dirty="0" err="1"/>
                        <a:t>x</a:t>
                      </a:r>
                      <a:r>
                        <a:rPr lang="en-US" altLang="zh-CN" sz="2400" baseline="-25000" dirty="0" err="1"/>
                        <a:t>n</a:t>
                      </a:r>
                      <a:r>
                        <a:rPr lang="zh-CN" altLang="en-US" sz="2400" dirty="0"/>
                        <a:t>的最大和连续子序列。</a:t>
                      </a:r>
                      <a:endParaRPr lang="en-US" altLang="zh-Hans-HK" sz="2400" dirty="0"/>
                    </a:p>
                    <a:p>
                      <a:endParaRPr lang="zh-Hans-HK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x</a:t>
                      </a:r>
                      <a:r>
                        <a:rPr lang="en-US" altLang="zh-CN" sz="2400" baseline="-25000" dirty="0"/>
                        <a:t>1</a:t>
                      </a:r>
                      <a:r>
                        <a:rPr lang="en-US" altLang="zh-CN" sz="2400" dirty="0"/>
                        <a:t>…</a:t>
                      </a:r>
                      <a:r>
                        <a:rPr lang="en-US" altLang="zh-CN" sz="2400" dirty="0" err="1"/>
                        <a:t>x</a:t>
                      </a:r>
                      <a:r>
                        <a:rPr lang="en-US" altLang="zh-CN" sz="2400" baseline="-25000" dirty="0" err="1"/>
                        <a:t>j</a:t>
                      </a:r>
                      <a:r>
                        <a:rPr lang="zh-CN" altLang="en-US" sz="2400" dirty="0"/>
                        <a:t>的最大和连续子序列，</a:t>
                      </a:r>
                      <a:r>
                        <a:rPr lang="zh-CN" altLang="en-US" sz="2400" b="0" dirty="0">
                          <a:solidFill>
                            <a:srgbClr val="00B0F0"/>
                          </a:solidFill>
                        </a:rPr>
                        <a:t>要求以</a:t>
                      </a:r>
                      <a:r>
                        <a:rPr lang="en-US" altLang="zh-CN" sz="2400" b="0" dirty="0" err="1">
                          <a:solidFill>
                            <a:srgbClr val="00B0F0"/>
                          </a:solidFill>
                        </a:rPr>
                        <a:t>x</a:t>
                      </a:r>
                      <a:r>
                        <a:rPr lang="en-US" altLang="zh-CN" sz="2400" b="0" baseline="-25000" dirty="0" err="1">
                          <a:solidFill>
                            <a:srgbClr val="00B0F0"/>
                          </a:solidFill>
                        </a:rPr>
                        <a:t>j</a:t>
                      </a:r>
                      <a:r>
                        <a:rPr lang="zh-CN" altLang="en-US" sz="2400" b="0" dirty="0">
                          <a:solidFill>
                            <a:srgbClr val="00B0F0"/>
                          </a:solidFill>
                        </a:rPr>
                        <a:t>结束</a:t>
                      </a:r>
                      <a:r>
                        <a:rPr lang="zh-CN" altLang="en-US" sz="2400" dirty="0"/>
                        <a:t>。</a:t>
                      </a:r>
                      <a:endParaRPr lang="zh-Hans-HK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例</a:t>
                      </a:r>
                      <a:r>
                        <a:rPr lang="en-US" altLang="zh-CN" sz="2400" dirty="0"/>
                        <a:t>2</a:t>
                      </a:r>
                      <a:endParaRPr lang="zh-Hans-HK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x</a:t>
                      </a:r>
                      <a:r>
                        <a:rPr lang="en-US" altLang="zh-CN" sz="2400" baseline="-25000" dirty="0"/>
                        <a:t>1</a:t>
                      </a:r>
                      <a:r>
                        <a:rPr lang="en-US" altLang="zh-CN" sz="2400" dirty="0"/>
                        <a:t>…</a:t>
                      </a:r>
                      <a:r>
                        <a:rPr lang="en-US" altLang="zh-CN" sz="2400" dirty="0" err="1"/>
                        <a:t>x</a:t>
                      </a:r>
                      <a:r>
                        <a:rPr lang="en-US" altLang="zh-CN" sz="2400" baseline="-25000" dirty="0" err="1"/>
                        <a:t>n</a:t>
                      </a:r>
                      <a:r>
                        <a:rPr lang="zh-CN" altLang="en-US" sz="2400" dirty="0"/>
                        <a:t>的最长单增子序列</a:t>
                      </a:r>
                      <a:endParaRPr lang="zh-Hans-HK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x</a:t>
                      </a:r>
                      <a:r>
                        <a:rPr lang="en-US" altLang="zh-CN" sz="2400" baseline="-25000" dirty="0"/>
                        <a:t>1</a:t>
                      </a:r>
                      <a:r>
                        <a:rPr lang="en-US" altLang="zh-CN" sz="2400" dirty="0"/>
                        <a:t>…</a:t>
                      </a:r>
                      <a:r>
                        <a:rPr lang="en-US" altLang="zh-CN" sz="2400" dirty="0" err="1"/>
                        <a:t>x</a:t>
                      </a:r>
                      <a:r>
                        <a:rPr lang="en-US" altLang="zh-CN" sz="2400" baseline="-25000" dirty="0" err="1"/>
                        <a:t>j</a:t>
                      </a:r>
                      <a:r>
                        <a:rPr lang="zh-CN" altLang="en-US" sz="2400" dirty="0"/>
                        <a:t>的最长单增子序列，</a:t>
                      </a:r>
                      <a:endParaRPr lang="zh-Hans-HK" altLang="en-US" sz="2400" dirty="0"/>
                    </a:p>
                    <a:p>
                      <a:r>
                        <a:rPr lang="zh-CN" altLang="en-US" sz="2400" dirty="0">
                          <a:solidFill>
                            <a:srgbClr val="00B0F0"/>
                          </a:solidFill>
                        </a:rPr>
                        <a:t>要求以</a:t>
                      </a:r>
                      <a:r>
                        <a:rPr lang="en-US" altLang="zh-CN" sz="2400" dirty="0" err="1">
                          <a:solidFill>
                            <a:srgbClr val="00B0F0"/>
                          </a:solidFill>
                        </a:rPr>
                        <a:t>x</a:t>
                      </a:r>
                      <a:r>
                        <a:rPr lang="en-US" altLang="zh-CN" sz="2400" baseline="-25000" dirty="0" err="1">
                          <a:solidFill>
                            <a:srgbClr val="00B0F0"/>
                          </a:solidFill>
                        </a:rPr>
                        <a:t>j</a:t>
                      </a:r>
                      <a:r>
                        <a:rPr lang="zh-CN" altLang="en-US" sz="2400" dirty="0">
                          <a:solidFill>
                            <a:srgbClr val="00B0F0"/>
                          </a:solidFill>
                        </a:rPr>
                        <a:t>结束</a:t>
                      </a:r>
                      <a:r>
                        <a:rPr lang="zh-CN" altLang="en-US" sz="2400" dirty="0"/>
                        <a:t>。</a:t>
                      </a:r>
                      <a:endParaRPr lang="zh-Hans-HK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21786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F4EA16-7D30-724D-8C2A-4A630FD3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166184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60BCB72-232D-4453-86D6-9B840E91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C06BF8-AA21-47A6-BA1A-2EBA4FB082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</a:rPr>
              <a:t>最优矩阵乘法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/>
            <a:r>
              <a:rPr lang="en-US" altLang="zh-CN" sz="2400" dirty="0"/>
              <a:t>【</a:t>
            </a:r>
            <a:r>
              <a:rPr lang="zh-CN" altLang="en-US" sz="2400" dirty="0"/>
              <a:t>问题描述</a:t>
            </a:r>
            <a:r>
              <a:rPr lang="en-US" altLang="zh-CN" sz="2400" dirty="0"/>
              <a:t>】</a:t>
            </a:r>
            <a:r>
              <a:rPr lang="zh-CN" altLang="en-US" sz="2400" dirty="0"/>
              <a:t>给定</a:t>
            </a:r>
            <a:r>
              <a:rPr lang="en-US" altLang="zh-CN" sz="2400" dirty="0">
                <a:solidFill>
                  <a:srgbClr val="00B050"/>
                </a:solidFill>
              </a:rPr>
              <a:t>m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0</a:t>
            </a:r>
            <a:r>
              <a:rPr lang="en-US" altLang="zh-CN" sz="2400" dirty="0">
                <a:solidFill>
                  <a:srgbClr val="00B050"/>
                </a:solidFill>
              </a:rPr>
              <a:t>,…</a:t>
            </a:r>
            <a:r>
              <a:rPr lang="en-US" altLang="zh-CN" sz="2400" dirty="0" err="1">
                <a:solidFill>
                  <a:srgbClr val="00B050"/>
                </a:solidFill>
              </a:rPr>
              <a:t>m</a:t>
            </a:r>
            <a:r>
              <a:rPr lang="en-US" altLang="zh-CN" sz="2400" baseline="-25000" dirty="0" err="1">
                <a:solidFill>
                  <a:srgbClr val="00B050"/>
                </a:solidFill>
              </a:rPr>
              <a:t>n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2"/>
            <a:r>
              <a:rPr lang="zh-CN" altLang="en-US" sz="2400" dirty="0"/>
              <a:t>假定有</a:t>
            </a:r>
            <a:r>
              <a:rPr lang="en-US" altLang="zh-CN" sz="2400" dirty="0">
                <a:solidFill>
                  <a:srgbClr val="00B050"/>
                </a:solidFill>
              </a:rPr>
              <a:t>n</a:t>
            </a:r>
            <a:r>
              <a:rPr lang="zh-CN" altLang="en-US" sz="2400" dirty="0"/>
              <a:t>个矩阵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1</a:t>
            </a:r>
            <a:r>
              <a:rPr lang="en-US" altLang="zh-CN" sz="2400" dirty="0">
                <a:solidFill>
                  <a:srgbClr val="00B050"/>
                </a:solidFill>
              </a:rPr>
              <a:t>,…,A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n</a:t>
            </a:r>
            <a:r>
              <a:rPr lang="zh-CN" altLang="en-US" sz="2400" dirty="0"/>
              <a:t>，其中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i</a:t>
            </a:r>
            <a:r>
              <a:rPr lang="zh-CN" altLang="en-US" sz="2400" dirty="0"/>
              <a:t>的尺寸为</a:t>
            </a:r>
            <a:r>
              <a:rPr lang="en-US" altLang="zh-CN" sz="2400" dirty="0">
                <a:solidFill>
                  <a:srgbClr val="00B050"/>
                </a:solidFill>
              </a:rPr>
              <a:t>m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i-1</a:t>
            </a:r>
            <a:r>
              <a:rPr lang="en-US" altLang="zh-CN" sz="2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lang="en-US" altLang="zh-CN" sz="2400" dirty="0">
                <a:solidFill>
                  <a:srgbClr val="00B050"/>
                </a:solidFill>
              </a:rPr>
              <a:t>m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i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2"/>
            <a:r>
              <a:rPr lang="zh-CN" altLang="en-US" sz="2400" dirty="0"/>
              <a:t>问题：根据这</a:t>
            </a:r>
            <a:r>
              <a:rPr lang="en-US" altLang="zh-CN" sz="2400" dirty="0">
                <a:solidFill>
                  <a:srgbClr val="00B050"/>
                </a:solidFill>
              </a:rPr>
              <a:t>n</a:t>
            </a:r>
            <a:r>
              <a:rPr lang="zh-CN" altLang="en-US" sz="2400" dirty="0"/>
              <a:t>个矩阵的尺寸，设计一个</a:t>
            </a:r>
            <a:r>
              <a:rPr lang="zh-CN" altLang="en-US" sz="2400" dirty="0">
                <a:solidFill>
                  <a:srgbClr val="00B0F0"/>
                </a:solidFill>
              </a:rPr>
              <a:t>计算顺序</a:t>
            </a:r>
            <a:r>
              <a:rPr lang="zh-CN" altLang="en-US" sz="2400" dirty="0"/>
              <a:t>去计算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1</a:t>
            </a:r>
            <a:r>
              <a:rPr lang="en-US" altLang="zh-CN" sz="2400" dirty="0">
                <a:solidFill>
                  <a:srgbClr val="00B050"/>
                </a:solidFill>
              </a:rPr>
              <a:t>*…*A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n</a:t>
            </a:r>
            <a:r>
              <a:rPr lang="zh-CN" altLang="en-US" sz="2400" dirty="0"/>
              <a:t>，使得总的计算量最小。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FF00FF"/>
                </a:solidFill>
              </a:rPr>
              <a:t>举例：</a:t>
            </a:r>
            <a:endParaRPr lang="en-US" altLang="zh-CN" sz="2400" dirty="0">
              <a:solidFill>
                <a:srgbClr val="FF00FF"/>
              </a:solidFill>
            </a:endParaRPr>
          </a:p>
          <a:p>
            <a:pPr lvl="2"/>
            <a:r>
              <a:rPr lang="en-US" altLang="zh-CN" sz="2400" dirty="0">
                <a:solidFill>
                  <a:srgbClr val="00B050"/>
                </a:solidFill>
              </a:rPr>
              <a:t>n=3,m=(3,4,5,3)</a:t>
            </a:r>
            <a:r>
              <a:rPr lang="zh-CN" altLang="en-US" sz="2400" dirty="0"/>
              <a:t>。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1</a:t>
            </a:r>
            <a:r>
              <a:rPr lang="en-US" altLang="zh-CN" sz="2400" dirty="0">
                <a:solidFill>
                  <a:srgbClr val="00B050"/>
                </a:solidFill>
              </a:rPr>
              <a:t>,…,A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3</a:t>
            </a:r>
            <a:r>
              <a:rPr lang="zh-CN" altLang="en-US" sz="2400" dirty="0"/>
              <a:t>分别是</a:t>
            </a:r>
            <a:r>
              <a:rPr lang="en-US" altLang="zh-CN" sz="2400" dirty="0">
                <a:solidFill>
                  <a:srgbClr val="FF0000"/>
                </a:solidFill>
              </a:rPr>
              <a:t>3*4</a:t>
            </a:r>
            <a:r>
              <a:rPr lang="en-US" altLang="zh-CN" sz="2400" dirty="0"/>
              <a:t>,</a:t>
            </a:r>
            <a:r>
              <a:rPr lang="en-US" altLang="zh-CN" sz="2400" dirty="0">
                <a:solidFill>
                  <a:srgbClr val="FF0000"/>
                </a:solidFill>
              </a:rPr>
              <a:t>4*5</a:t>
            </a:r>
            <a:r>
              <a:rPr lang="en-US" altLang="zh-CN" sz="2400" dirty="0"/>
              <a:t>,</a:t>
            </a:r>
            <a:r>
              <a:rPr lang="en-US" altLang="zh-CN" sz="2400" dirty="0">
                <a:solidFill>
                  <a:srgbClr val="FF0000"/>
                </a:solidFill>
              </a:rPr>
              <a:t>5*3</a:t>
            </a:r>
            <a:r>
              <a:rPr lang="zh-CN" altLang="en-US" sz="2400" dirty="0"/>
              <a:t>的。</a:t>
            </a:r>
            <a:endParaRPr lang="en-US" altLang="zh-CN" sz="2400" dirty="0"/>
          </a:p>
          <a:p>
            <a:pPr lvl="2"/>
            <a:r>
              <a:rPr lang="zh-CN" altLang="en-US" sz="2400" dirty="0"/>
              <a:t>如果按</a:t>
            </a:r>
            <a:r>
              <a:rPr lang="en-US" altLang="zh-CN" sz="2400" b="1" dirty="0"/>
              <a:t>(A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*A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)*A</a:t>
            </a:r>
            <a:r>
              <a:rPr lang="en-US" altLang="zh-CN" sz="2400" b="1" baseline="-25000" dirty="0"/>
              <a:t>3</a:t>
            </a:r>
            <a:r>
              <a:rPr lang="zh-CN" altLang="en-US" sz="2400" dirty="0"/>
              <a:t>计算，运算量为</a:t>
            </a:r>
            <a:r>
              <a:rPr lang="en-US" altLang="zh-CN" sz="2400" dirty="0">
                <a:solidFill>
                  <a:srgbClr val="00B050"/>
                </a:solidFill>
              </a:rPr>
              <a:t>3*4*5  +  3*5*3 =105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2"/>
            <a:r>
              <a:rPr lang="zh-CN" altLang="en-US" sz="2400" dirty="0"/>
              <a:t>如果按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*(A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*A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)</a:t>
            </a:r>
            <a:r>
              <a:rPr lang="zh-CN" altLang="en-US" sz="2400" dirty="0"/>
              <a:t>计算，运算量为</a:t>
            </a:r>
            <a:r>
              <a:rPr lang="en-US" altLang="zh-CN" sz="2400" dirty="0">
                <a:solidFill>
                  <a:srgbClr val="00B050"/>
                </a:solidFill>
              </a:rPr>
              <a:t>4</a:t>
            </a:r>
            <a:r>
              <a:rPr lang="zh-CN" altLang="en-US" sz="2400" dirty="0">
                <a:solidFill>
                  <a:srgbClr val="00B050"/>
                </a:solidFill>
              </a:rPr>
              <a:t>*</a:t>
            </a:r>
            <a:r>
              <a:rPr lang="en-US" altLang="zh-CN" sz="2400" dirty="0">
                <a:solidFill>
                  <a:srgbClr val="00B050"/>
                </a:solidFill>
              </a:rPr>
              <a:t>5</a:t>
            </a:r>
            <a:r>
              <a:rPr lang="zh-CN" altLang="en-US" sz="2400" dirty="0">
                <a:solidFill>
                  <a:srgbClr val="00B050"/>
                </a:solidFill>
              </a:rPr>
              <a:t>*</a:t>
            </a:r>
            <a:r>
              <a:rPr lang="en-US" altLang="zh-CN" sz="2400" dirty="0">
                <a:solidFill>
                  <a:srgbClr val="00B050"/>
                </a:solidFill>
              </a:rPr>
              <a:t>3  +  3*4*3 =96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2"/>
            <a:r>
              <a:rPr lang="zh-CN" altLang="en-US" sz="2400" dirty="0"/>
              <a:t>通过以上这个例子，我们能够发现：不同的计算顺序计算量不同。</a:t>
            </a: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26FD64-2D8B-1044-94C3-F8166736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746029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7B284-FCA4-428C-B206-08B80B0B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3(cont.)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52E64-22B3-49A7-AB20-DC70967EF6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对计算顺序的理解</a:t>
            </a:r>
            <a:endParaRPr lang="en-US" altLang="zh-CN" sz="2400" dirty="0"/>
          </a:p>
          <a:p>
            <a:pPr lvl="1"/>
            <a:r>
              <a:rPr lang="zh-CN" altLang="en-US" sz="2400" dirty="0"/>
              <a:t>假设有</a:t>
            </a:r>
            <a:r>
              <a:rPr lang="en-US" altLang="zh-CN" sz="2400" dirty="0">
                <a:solidFill>
                  <a:srgbClr val="00B050"/>
                </a:solidFill>
              </a:rPr>
              <a:t>6</a:t>
            </a:r>
            <a:r>
              <a:rPr lang="zh-CN" altLang="en-US" sz="2400" dirty="0"/>
              <a:t>个矩阵。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1</a:t>
            </a:r>
            <a:r>
              <a:rPr lang="en-US" altLang="zh-CN" sz="2400" dirty="0">
                <a:solidFill>
                  <a:srgbClr val="00B050"/>
                </a:solidFill>
              </a:rPr>
              <a:t>,…,A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6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每一次我们能选择</a:t>
            </a:r>
            <a:r>
              <a:rPr lang="zh-CN" altLang="en-US" sz="2400" b="1" dirty="0">
                <a:solidFill>
                  <a:srgbClr val="00B0F0"/>
                </a:solidFill>
              </a:rPr>
              <a:t>相邻</a:t>
            </a:r>
            <a:r>
              <a:rPr lang="zh-CN" altLang="en-US" sz="2400" dirty="0"/>
              <a:t>的两个矩阵</a:t>
            </a:r>
            <a:r>
              <a:rPr lang="en-US" altLang="zh-CN" sz="2400" dirty="0">
                <a:solidFill>
                  <a:srgbClr val="00B050"/>
                </a:solidFill>
              </a:rPr>
              <a:t>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i</a:t>
            </a:r>
            <a:r>
              <a:rPr lang="en-US" altLang="zh-CN" sz="2400" dirty="0">
                <a:solidFill>
                  <a:srgbClr val="00B050"/>
                </a:solidFill>
              </a:rPr>
              <a:t>,A</a:t>
            </a:r>
            <a:r>
              <a:rPr lang="en-US" altLang="zh-CN" sz="2400" baseline="-25000" dirty="0">
                <a:solidFill>
                  <a:srgbClr val="00B050"/>
                </a:solidFill>
              </a:rPr>
              <a:t>i+1</a:t>
            </a:r>
            <a:r>
              <a:rPr lang="zh-CN" altLang="en-US" sz="2400" dirty="0"/>
              <a:t>，将它们乘起来。</a:t>
            </a:r>
            <a:endParaRPr lang="en-US" altLang="zh-CN" sz="2400" dirty="0"/>
          </a:p>
          <a:p>
            <a:pPr lvl="1"/>
            <a:r>
              <a:rPr lang="zh-CN" altLang="en-US" sz="2400" dirty="0"/>
              <a:t>计算顺序可以用二叉树表示：</a:t>
            </a:r>
            <a:endParaRPr lang="zh-Hans-HK" altLang="en-US" sz="2400" dirty="0"/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B3AD4FA7-724B-4471-B985-EBD3FDE05A5D}"/>
              </a:ext>
            </a:extLst>
          </p:cNvPr>
          <p:cNvGrpSpPr/>
          <p:nvPr/>
        </p:nvGrpSpPr>
        <p:grpSpPr>
          <a:xfrm>
            <a:off x="1168644" y="3429000"/>
            <a:ext cx="2954614" cy="1914525"/>
            <a:chOff x="1285875" y="3514725"/>
            <a:chExt cx="2954614" cy="191452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F0780BF1-A9AF-49C9-8DFA-34489D217671}"/>
                </a:ext>
              </a:extLst>
            </p:cNvPr>
            <p:cNvSpPr/>
            <p:nvPr/>
          </p:nvSpPr>
          <p:spPr>
            <a:xfrm>
              <a:off x="1371600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A0416BF-77DD-4419-BA89-A8E500DFDE6E}"/>
                </a:ext>
              </a:extLst>
            </p:cNvPr>
            <p:cNvSpPr/>
            <p:nvPr/>
          </p:nvSpPr>
          <p:spPr>
            <a:xfrm>
              <a:off x="1857375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2EA52EB-88A5-4C89-93C5-60657BFBAC2A}"/>
                </a:ext>
              </a:extLst>
            </p:cNvPr>
            <p:cNvSpPr/>
            <p:nvPr/>
          </p:nvSpPr>
          <p:spPr>
            <a:xfrm>
              <a:off x="2371725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7C7FCDB-4855-4A45-8681-CC977FD8F855}"/>
                </a:ext>
              </a:extLst>
            </p:cNvPr>
            <p:cNvSpPr/>
            <p:nvPr/>
          </p:nvSpPr>
          <p:spPr>
            <a:xfrm>
              <a:off x="2867025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0DABAC9-81C1-4C17-9831-70427C0E7679}"/>
                </a:ext>
              </a:extLst>
            </p:cNvPr>
            <p:cNvSpPr/>
            <p:nvPr/>
          </p:nvSpPr>
          <p:spPr>
            <a:xfrm>
              <a:off x="3362325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FE750B3-5B02-4E89-AC54-9DE3644FE93D}"/>
                </a:ext>
              </a:extLst>
            </p:cNvPr>
            <p:cNvSpPr/>
            <p:nvPr/>
          </p:nvSpPr>
          <p:spPr>
            <a:xfrm>
              <a:off x="3857625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F1FA459-EFFD-40EF-8991-CCFD6B7A0B70}"/>
                </a:ext>
              </a:extLst>
            </p:cNvPr>
            <p:cNvSpPr txBox="1"/>
            <p:nvPr/>
          </p:nvSpPr>
          <p:spPr>
            <a:xfrm>
              <a:off x="1285875" y="3514725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1</a:t>
              </a:r>
              <a:endParaRPr lang="zh-Hans-HK" altLang="en-US" baseline="-250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CF9799D-30F4-49F0-9520-87E7C295EFF4}"/>
                </a:ext>
              </a:extLst>
            </p:cNvPr>
            <p:cNvSpPr txBox="1"/>
            <p:nvPr/>
          </p:nvSpPr>
          <p:spPr>
            <a:xfrm>
              <a:off x="1762125" y="3514725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2</a:t>
              </a:r>
              <a:endParaRPr lang="zh-Hans-HK" altLang="en-US" baseline="-250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3903EE7-FEC3-446B-95DC-33812134940A}"/>
                </a:ext>
              </a:extLst>
            </p:cNvPr>
            <p:cNvSpPr txBox="1"/>
            <p:nvPr/>
          </p:nvSpPr>
          <p:spPr>
            <a:xfrm>
              <a:off x="2276475" y="3524250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3</a:t>
              </a:r>
              <a:endParaRPr lang="zh-Hans-HK" altLang="en-US" baseline="-250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12D2FCD-7F2D-4255-9388-9B11D7951E90}"/>
                </a:ext>
              </a:extLst>
            </p:cNvPr>
            <p:cNvSpPr txBox="1"/>
            <p:nvPr/>
          </p:nvSpPr>
          <p:spPr>
            <a:xfrm>
              <a:off x="2773639" y="3524250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CN" baseline="-25000" dirty="0"/>
                <a:t>4</a:t>
              </a:r>
              <a:endParaRPr lang="zh-Hans-HK" altLang="en-US" baseline="-250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0C78000-C094-4D49-94A8-AE7B9FE7D025}"/>
                </a:ext>
              </a:extLst>
            </p:cNvPr>
            <p:cNvSpPr txBox="1"/>
            <p:nvPr/>
          </p:nvSpPr>
          <p:spPr>
            <a:xfrm>
              <a:off x="3249889" y="3524250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CN" baseline="-25000" dirty="0"/>
                <a:t>5</a:t>
              </a:r>
              <a:endParaRPr lang="zh-Hans-HK" altLang="en-US" baseline="-25000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2ADF093-3A93-4F98-92EE-D87DB10AC12A}"/>
                </a:ext>
              </a:extLst>
            </p:cNvPr>
            <p:cNvSpPr txBox="1"/>
            <p:nvPr/>
          </p:nvSpPr>
          <p:spPr>
            <a:xfrm>
              <a:off x="3764239" y="3533775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CN" baseline="-25000" dirty="0"/>
                <a:t>6</a:t>
              </a:r>
              <a:endParaRPr lang="zh-Hans-HK" altLang="en-US" baseline="-25000" dirty="0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324A24A-3D6D-406D-92F1-BBF45C396A52}"/>
                </a:ext>
              </a:extLst>
            </p:cNvPr>
            <p:cNvSpPr/>
            <p:nvPr/>
          </p:nvSpPr>
          <p:spPr>
            <a:xfrm>
              <a:off x="1647825" y="4217432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76D2A4F7-DFAE-440F-9DA4-9863A81C1EAE}"/>
                </a:ext>
              </a:extLst>
            </p:cNvPr>
            <p:cNvSpPr/>
            <p:nvPr/>
          </p:nvSpPr>
          <p:spPr>
            <a:xfrm>
              <a:off x="2051581" y="4550807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B5FE2F46-755E-45F6-84B9-0C5589FD4734}"/>
                </a:ext>
              </a:extLst>
            </p:cNvPr>
            <p:cNvSpPr/>
            <p:nvPr/>
          </p:nvSpPr>
          <p:spPr>
            <a:xfrm>
              <a:off x="2524125" y="4800600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390E1F30-B3D2-41EB-895E-EB9D4011DA28}"/>
                </a:ext>
              </a:extLst>
            </p:cNvPr>
            <p:cNvSpPr/>
            <p:nvPr/>
          </p:nvSpPr>
          <p:spPr>
            <a:xfrm>
              <a:off x="3040339" y="5010150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22D75DFB-8866-48DD-84DA-84BC3F026C02}"/>
                </a:ext>
              </a:extLst>
            </p:cNvPr>
            <p:cNvSpPr/>
            <p:nvPr/>
          </p:nvSpPr>
          <p:spPr>
            <a:xfrm>
              <a:off x="3571875" y="5219700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8EB0E739-E280-40C1-89A6-AF911393F390}"/>
                </a:ext>
              </a:extLst>
            </p:cNvPr>
            <p:cNvCxnSpPr>
              <a:cxnSpLocks/>
              <a:stCxn id="4" idx="4"/>
              <a:endCxn id="38" idx="1"/>
            </p:cNvCxnSpPr>
            <p:nvPr/>
          </p:nvCxnSpPr>
          <p:spPr>
            <a:xfrm>
              <a:off x="1476375" y="4086225"/>
              <a:ext cx="202138" cy="161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348912B-66B9-4DC7-9516-F8CEAD16E054}"/>
                </a:ext>
              </a:extLst>
            </p:cNvPr>
            <p:cNvCxnSpPr>
              <a:cxnSpLocks/>
              <a:stCxn id="5" idx="4"/>
              <a:endCxn id="38" idx="7"/>
            </p:cNvCxnSpPr>
            <p:nvPr/>
          </p:nvCxnSpPr>
          <p:spPr>
            <a:xfrm flipH="1">
              <a:off x="1826687" y="4086225"/>
              <a:ext cx="135463" cy="161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53CF2CC6-B777-409F-B7FA-9E0C2A3263DC}"/>
                </a:ext>
              </a:extLst>
            </p:cNvPr>
            <p:cNvCxnSpPr>
              <a:cxnSpLocks/>
              <a:stCxn id="7" idx="4"/>
              <a:endCxn id="39" idx="7"/>
            </p:cNvCxnSpPr>
            <p:nvPr/>
          </p:nvCxnSpPr>
          <p:spPr>
            <a:xfrm flipH="1">
              <a:off x="2230443" y="4086225"/>
              <a:ext cx="246057" cy="4952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D39633E4-345B-4E01-BD03-C4014D5A2FD3}"/>
                </a:ext>
              </a:extLst>
            </p:cNvPr>
            <p:cNvCxnSpPr>
              <a:cxnSpLocks/>
              <a:stCxn id="38" idx="4"/>
              <a:endCxn id="39" idx="2"/>
            </p:cNvCxnSpPr>
            <p:nvPr/>
          </p:nvCxnSpPr>
          <p:spPr>
            <a:xfrm>
              <a:off x="1752600" y="4426982"/>
              <a:ext cx="29898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2A43B2BA-AC39-4694-9832-30F9DB7C8A20}"/>
                </a:ext>
              </a:extLst>
            </p:cNvPr>
            <p:cNvCxnSpPr>
              <a:cxnSpLocks/>
              <a:stCxn id="39" idx="5"/>
              <a:endCxn id="40" idx="2"/>
            </p:cNvCxnSpPr>
            <p:nvPr/>
          </p:nvCxnSpPr>
          <p:spPr>
            <a:xfrm>
              <a:off x="2230443" y="4729669"/>
              <a:ext cx="293682" cy="1757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600C7D58-77E0-4BA0-8790-CD7E562A34FD}"/>
                </a:ext>
              </a:extLst>
            </p:cNvPr>
            <p:cNvCxnSpPr>
              <a:cxnSpLocks/>
              <a:stCxn id="40" idx="5"/>
              <a:endCxn id="41" idx="2"/>
            </p:cNvCxnSpPr>
            <p:nvPr/>
          </p:nvCxnSpPr>
          <p:spPr>
            <a:xfrm>
              <a:off x="2702987" y="4979462"/>
              <a:ext cx="337352" cy="1354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A4CC4FE5-51DF-4563-84B6-054CED0C2817}"/>
                </a:ext>
              </a:extLst>
            </p:cNvPr>
            <p:cNvCxnSpPr>
              <a:cxnSpLocks/>
              <a:stCxn id="41" idx="5"/>
              <a:endCxn id="42" idx="2"/>
            </p:cNvCxnSpPr>
            <p:nvPr/>
          </p:nvCxnSpPr>
          <p:spPr>
            <a:xfrm>
              <a:off x="3219201" y="5189012"/>
              <a:ext cx="352674" cy="1354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A83E6CF2-16B6-4CCC-BC3F-DAD7682547F1}"/>
                </a:ext>
              </a:extLst>
            </p:cNvPr>
            <p:cNvCxnSpPr>
              <a:cxnSpLocks/>
              <a:stCxn id="9" idx="4"/>
              <a:endCxn id="40" idx="7"/>
            </p:cNvCxnSpPr>
            <p:nvPr/>
          </p:nvCxnSpPr>
          <p:spPr>
            <a:xfrm flipH="1">
              <a:off x="2702987" y="4086225"/>
              <a:ext cx="268813" cy="7450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8B388316-D4E1-4BCF-9A43-B0FDA439CA53}"/>
                </a:ext>
              </a:extLst>
            </p:cNvPr>
            <p:cNvCxnSpPr>
              <a:cxnSpLocks/>
              <a:stCxn id="11" idx="4"/>
              <a:endCxn id="41" idx="7"/>
            </p:cNvCxnSpPr>
            <p:nvPr/>
          </p:nvCxnSpPr>
          <p:spPr>
            <a:xfrm flipH="1">
              <a:off x="3219201" y="4086225"/>
              <a:ext cx="247899" cy="9546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D5520B1-96DD-430D-97BE-594FAF55BF8C}"/>
                </a:ext>
              </a:extLst>
            </p:cNvPr>
            <p:cNvCxnSpPr>
              <a:cxnSpLocks/>
              <a:stCxn id="13" idx="4"/>
              <a:endCxn id="42" idx="7"/>
            </p:cNvCxnSpPr>
            <p:nvPr/>
          </p:nvCxnSpPr>
          <p:spPr>
            <a:xfrm flipH="1">
              <a:off x="3750737" y="4086225"/>
              <a:ext cx="211663" cy="11641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F032013A-ECAD-4F8A-973C-15EEC585B1D3}"/>
              </a:ext>
            </a:extLst>
          </p:cNvPr>
          <p:cNvSpPr txBox="1"/>
          <p:nvPr/>
        </p:nvSpPr>
        <p:spPr>
          <a:xfrm>
            <a:off x="1168644" y="5314950"/>
            <a:ext cx="35242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sz="2800" dirty="0"/>
              <a:t>(</a:t>
            </a:r>
            <a:r>
              <a:rPr lang="en-US" altLang="zh-Hans-HK" sz="2600" dirty="0"/>
              <a:t>(</a:t>
            </a:r>
            <a:r>
              <a:rPr lang="en-US" altLang="zh-Hans-HK" sz="2200" dirty="0"/>
              <a:t>(</a:t>
            </a:r>
            <a:r>
              <a:rPr lang="en-US" altLang="zh-Hans-HK" sz="2000" dirty="0"/>
              <a:t>(</a:t>
            </a:r>
            <a:r>
              <a:rPr lang="en-US" altLang="zh-Hans-HK" dirty="0"/>
              <a:t>(A1*A2)*A3</a:t>
            </a:r>
            <a:r>
              <a:rPr lang="en-US" altLang="zh-Hans-HK" sz="2000" dirty="0"/>
              <a:t>)</a:t>
            </a:r>
            <a:r>
              <a:rPr lang="en-US" altLang="zh-Hans-HK" dirty="0"/>
              <a:t>*A4</a:t>
            </a:r>
            <a:r>
              <a:rPr lang="en-US" altLang="zh-Hans-HK" sz="2200" dirty="0"/>
              <a:t>)</a:t>
            </a:r>
            <a:r>
              <a:rPr lang="en-US" altLang="zh-Hans-HK" dirty="0"/>
              <a:t>*A5</a:t>
            </a:r>
            <a:r>
              <a:rPr lang="en-US" altLang="zh-Hans-HK" sz="2600" dirty="0"/>
              <a:t>)</a:t>
            </a:r>
            <a:r>
              <a:rPr lang="en-US" altLang="zh-Hans-HK" dirty="0"/>
              <a:t>*A6</a:t>
            </a:r>
            <a:r>
              <a:rPr lang="en-US" altLang="zh-Hans-HK" sz="2800" dirty="0"/>
              <a:t>)</a:t>
            </a:r>
          </a:p>
          <a:p>
            <a:pPr>
              <a:spcBef>
                <a:spcPts val="600"/>
              </a:spcBef>
            </a:pPr>
            <a:r>
              <a:rPr lang="zh-CN" altLang="en-US" dirty="0"/>
              <a:t>计算量：</a:t>
            </a:r>
            <a:r>
              <a:rPr lang="en-US" altLang="zh-Hans-HK" dirty="0"/>
              <a:t>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1</a:t>
            </a:r>
            <a:r>
              <a:rPr lang="en-US" altLang="zh-Hans-HK" dirty="0"/>
              <a:t>m</a:t>
            </a:r>
            <a:r>
              <a:rPr lang="en-US" altLang="zh-Hans-HK" baseline="-25000" dirty="0"/>
              <a:t>2 </a:t>
            </a:r>
            <a:r>
              <a:rPr lang="en-US" altLang="zh-Hans-HK" dirty="0"/>
              <a:t>+ 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2</a:t>
            </a:r>
            <a:r>
              <a:rPr lang="en-US" altLang="zh-Hans-HK" dirty="0"/>
              <a:t>m</a:t>
            </a:r>
            <a:r>
              <a:rPr lang="en-US" altLang="zh-Hans-HK" baseline="-25000" dirty="0"/>
              <a:t>3 </a:t>
            </a:r>
            <a:r>
              <a:rPr lang="en-US" altLang="zh-Hans-HK" dirty="0"/>
              <a:t>+</a:t>
            </a:r>
          </a:p>
          <a:p>
            <a:r>
              <a:rPr lang="en-US" altLang="zh-Hans-HK" dirty="0"/>
              <a:t> 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3</a:t>
            </a:r>
            <a:r>
              <a:rPr lang="en-US" altLang="zh-Hans-HK" dirty="0"/>
              <a:t>m</a:t>
            </a:r>
            <a:r>
              <a:rPr lang="en-US" altLang="zh-Hans-HK" baseline="-25000" dirty="0"/>
              <a:t>4</a:t>
            </a:r>
            <a:r>
              <a:rPr lang="en-US" altLang="zh-Hans-HK" dirty="0"/>
              <a:t> + 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4</a:t>
            </a:r>
            <a:r>
              <a:rPr lang="en-US" altLang="zh-Hans-HK" dirty="0"/>
              <a:t>m</a:t>
            </a:r>
            <a:r>
              <a:rPr lang="en-US" altLang="zh-Hans-HK" baseline="-25000" dirty="0"/>
              <a:t>5</a:t>
            </a:r>
            <a:r>
              <a:rPr lang="en-US" altLang="zh-Hans-HK" dirty="0"/>
              <a:t> + 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5</a:t>
            </a:r>
            <a:r>
              <a:rPr lang="en-US" altLang="zh-Hans-HK" dirty="0"/>
              <a:t>m</a:t>
            </a:r>
            <a:r>
              <a:rPr lang="en-US" altLang="zh-Hans-HK" baseline="-25000" dirty="0"/>
              <a:t>6</a:t>
            </a:r>
            <a:endParaRPr lang="zh-Hans-HK" altLang="en-US" baseline="-25000" dirty="0"/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06FC8E5F-3BDD-41CA-8C20-B34AF1562C24}"/>
              </a:ext>
            </a:extLst>
          </p:cNvPr>
          <p:cNvGrpSpPr/>
          <p:nvPr/>
        </p:nvGrpSpPr>
        <p:grpSpPr>
          <a:xfrm>
            <a:off x="4924291" y="3429000"/>
            <a:ext cx="2954614" cy="1653107"/>
            <a:chOff x="5041522" y="3514725"/>
            <a:chExt cx="2954614" cy="1653107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699C8803-5004-4282-8A40-ECDA840CA17E}"/>
                </a:ext>
              </a:extLst>
            </p:cNvPr>
            <p:cNvSpPr/>
            <p:nvPr/>
          </p:nvSpPr>
          <p:spPr>
            <a:xfrm>
              <a:off x="5127247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980FBABA-8F23-4B09-B8B0-56911509D1F0}"/>
                </a:ext>
              </a:extLst>
            </p:cNvPr>
            <p:cNvSpPr/>
            <p:nvPr/>
          </p:nvSpPr>
          <p:spPr>
            <a:xfrm>
              <a:off x="5613022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69EC65E6-786C-4262-A27B-876BB2205851}"/>
                </a:ext>
              </a:extLst>
            </p:cNvPr>
            <p:cNvSpPr/>
            <p:nvPr/>
          </p:nvSpPr>
          <p:spPr>
            <a:xfrm>
              <a:off x="6127372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4662893-A938-49B8-8A9A-5324D7AFD93A}"/>
                </a:ext>
              </a:extLst>
            </p:cNvPr>
            <p:cNvSpPr/>
            <p:nvPr/>
          </p:nvSpPr>
          <p:spPr>
            <a:xfrm>
              <a:off x="6622672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09E847AA-42D2-4CC1-ADF9-8A32D0434226}"/>
                </a:ext>
              </a:extLst>
            </p:cNvPr>
            <p:cNvSpPr/>
            <p:nvPr/>
          </p:nvSpPr>
          <p:spPr>
            <a:xfrm>
              <a:off x="7117972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D0E0C876-A034-4F0E-A63B-83DB8874D79F}"/>
                </a:ext>
              </a:extLst>
            </p:cNvPr>
            <p:cNvSpPr/>
            <p:nvPr/>
          </p:nvSpPr>
          <p:spPr>
            <a:xfrm>
              <a:off x="7613272" y="387667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17CCD9B-F7AC-4B61-99B3-E521FD7C605C}"/>
                </a:ext>
              </a:extLst>
            </p:cNvPr>
            <p:cNvSpPr txBox="1"/>
            <p:nvPr/>
          </p:nvSpPr>
          <p:spPr>
            <a:xfrm>
              <a:off x="5041522" y="3514725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1</a:t>
              </a:r>
              <a:endParaRPr lang="zh-Hans-HK" altLang="en-US" baseline="-250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139B6E9-332D-4D85-B965-7A8DF3406796}"/>
                </a:ext>
              </a:extLst>
            </p:cNvPr>
            <p:cNvSpPr txBox="1"/>
            <p:nvPr/>
          </p:nvSpPr>
          <p:spPr>
            <a:xfrm>
              <a:off x="5517772" y="3514725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2</a:t>
              </a:r>
              <a:endParaRPr lang="zh-Hans-HK" altLang="en-US" baseline="-25000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B339622-A55E-487B-981B-33733900D116}"/>
                </a:ext>
              </a:extLst>
            </p:cNvPr>
            <p:cNvSpPr txBox="1"/>
            <p:nvPr/>
          </p:nvSpPr>
          <p:spPr>
            <a:xfrm>
              <a:off x="6032122" y="3524250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3</a:t>
              </a:r>
              <a:endParaRPr lang="zh-Hans-HK" altLang="en-US" baseline="-25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14D1716-F86B-4C15-86B8-F1B7B1A0D249}"/>
                </a:ext>
              </a:extLst>
            </p:cNvPr>
            <p:cNvSpPr txBox="1"/>
            <p:nvPr/>
          </p:nvSpPr>
          <p:spPr>
            <a:xfrm>
              <a:off x="6529286" y="3524250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CN" baseline="-25000" dirty="0"/>
                <a:t>4</a:t>
              </a:r>
              <a:endParaRPr lang="zh-Hans-HK" altLang="en-US" baseline="-250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BA6A3C7-E5EB-49F3-B730-0B3A9231D1AC}"/>
                </a:ext>
              </a:extLst>
            </p:cNvPr>
            <p:cNvSpPr txBox="1"/>
            <p:nvPr/>
          </p:nvSpPr>
          <p:spPr>
            <a:xfrm>
              <a:off x="7005536" y="3524250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CN" baseline="-25000" dirty="0"/>
                <a:t>5</a:t>
              </a:r>
              <a:endParaRPr lang="zh-Hans-HK" altLang="en-US" baseline="-250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416BD1D-5D26-4CD4-B341-FADE2346A259}"/>
                </a:ext>
              </a:extLst>
            </p:cNvPr>
            <p:cNvSpPr txBox="1"/>
            <p:nvPr/>
          </p:nvSpPr>
          <p:spPr>
            <a:xfrm>
              <a:off x="7519886" y="3533775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CN" baseline="-25000" dirty="0"/>
                <a:t>6</a:t>
              </a:r>
              <a:endParaRPr lang="zh-Hans-HK" altLang="en-US" baseline="-25000" dirty="0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2EFF4942-CA5C-41AA-A6CF-C9D3E1B3B506}"/>
                </a:ext>
              </a:extLst>
            </p:cNvPr>
            <p:cNvSpPr/>
            <p:nvPr/>
          </p:nvSpPr>
          <p:spPr>
            <a:xfrm>
              <a:off x="5384422" y="4248120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0B32EBCC-41AF-4772-91A7-D7B1F777E145}"/>
                </a:ext>
              </a:extLst>
            </p:cNvPr>
            <p:cNvSpPr/>
            <p:nvPr/>
          </p:nvSpPr>
          <p:spPr>
            <a:xfrm>
              <a:off x="5889247" y="4607957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A9C8D7C9-AEF1-4A5E-9997-AD4E01F8B982}"/>
                </a:ext>
              </a:extLst>
            </p:cNvPr>
            <p:cNvSpPr/>
            <p:nvPr/>
          </p:nvSpPr>
          <p:spPr>
            <a:xfrm>
              <a:off x="7327522" y="427672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4194A7E7-4590-47A2-B4E8-17B5302BF4BE}"/>
                </a:ext>
              </a:extLst>
            </p:cNvPr>
            <p:cNvSpPr/>
            <p:nvPr/>
          </p:nvSpPr>
          <p:spPr>
            <a:xfrm>
              <a:off x="6873344" y="4621738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2C2E18B5-0090-471D-983F-869550E362D6}"/>
                </a:ext>
              </a:extLst>
            </p:cNvPr>
            <p:cNvSpPr/>
            <p:nvPr/>
          </p:nvSpPr>
          <p:spPr>
            <a:xfrm>
              <a:off x="6403597" y="4958282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F17CEB95-FA28-4B8C-82E2-F59CF4EB726E}"/>
                </a:ext>
              </a:extLst>
            </p:cNvPr>
            <p:cNvCxnSpPr>
              <a:cxnSpLocks/>
              <a:stCxn id="25" idx="4"/>
              <a:endCxn id="92" idx="1"/>
            </p:cNvCxnSpPr>
            <p:nvPr/>
          </p:nvCxnSpPr>
          <p:spPr>
            <a:xfrm>
              <a:off x="5232022" y="4086225"/>
              <a:ext cx="183088" cy="192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7456C594-EA24-4054-91D2-B14C5EFF765E}"/>
                </a:ext>
              </a:extLst>
            </p:cNvPr>
            <p:cNvCxnSpPr>
              <a:cxnSpLocks/>
              <a:stCxn id="26" idx="4"/>
              <a:endCxn id="92" idx="7"/>
            </p:cNvCxnSpPr>
            <p:nvPr/>
          </p:nvCxnSpPr>
          <p:spPr>
            <a:xfrm flipH="1">
              <a:off x="5563284" y="4086225"/>
              <a:ext cx="154513" cy="1925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6F61E32C-9585-4E82-92A3-8802BD3CFE85}"/>
                </a:ext>
              </a:extLst>
            </p:cNvPr>
            <p:cNvCxnSpPr>
              <a:cxnSpLocks/>
              <a:stCxn id="27" idx="4"/>
              <a:endCxn id="93" idx="7"/>
            </p:cNvCxnSpPr>
            <p:nvPr/>
          </p:nvCxnSpPr>
          <p:spPr>
            <a:xfrm flipH="1">
              <a:off x="6068109" y="4086225"/>
              <a:ext cx="164038" cy="55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4A5E37F1-2112-4D4A-B983-4AD5A501BBBC}"/>
                </a:ext>
              </a:extLst>
            </p:cNvPr>
            <p:cNvCxnSpPr>
              <a:cxnSpLocks/>
              <a:stCxn id="92" idx="5"/>
              <a:endCxn id="93" idx="2"/>
            </p:cNvCxnSpPr>
            <p:nvPr/>
          </p:nvCxnSpPr>
          <p:spPr>
            <a:xfrm>
              <a:off x="5563284" y="4426982"/>
              <a:ext cx="325963" cy="285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88C8F82A-F3A5-4E67-A54B-312B48BD8439}"/>
                </a:ext>
              </a:extLst>
            </p:cNvPr>
            <p:cNvCxnSpPr>
              <a:cxnSpLocks/>
              <a:stCxn id="30" idx="4"/>
              <a:endCxn id="94" idx="7"/>
            </p:cNvCxnSpPr>
            <p:nvPr/>
          </p:nvCxnSpPr>
          <p:spPr>
            <a:xfrm flipH="1">
              <a:off x="7506384" y="4086225"/>
              <a:ext cx="211663" cy="221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F8469BB6-B5D8-4A28-A25D-F1D6C8AB3698}"/>
                </a:ext>
              </a:extLst>
            </p:cNvPr>
            <p:cNvCxnSpPr>
              <a:cxnSpLocks/>
              <a:stCxn id="29" idx="4"/>
              <a:endCxn id="94" idx="1"/>
            </p:cNvCxnSpPr>
            <p:nvPr/>
          </p:nvCxnSpPr>
          <p:spPr>
            <a:xfrm>
              <a:off x="7222747" y="4086225"/>
              <a:ext cx="135463" cy="221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2DEA9B5F-545C-4083-974E-7AD58074F042}"/>
                </a:ext>
              </a:extLst>
            </p:cNvPr>
            <p:cNvCxnSpPr>
              <a:cxnSpLocks/>
              <a:stCxn id="28" idx="4"/>
              <a:endCxn id="95" idx="1"/>
            </p:cNvCxnSpPr>
            <p:nvPr/>
          </p:nvCxnSpPr>
          <p:spPr>
            <a:xfrm>
              <a:off x="6727447" y="4086225"/>
              <a:ext cx="176585" cy="5662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155256BB-A5D1-4AD6-8E5B-064306F4A396}"/>
                </a:ext>
              </a:extLst>
            </p:cNvPr>
            <p:cNvCxnSpPr>
              <a:cxnSpLocks/>
              <a:stCxn id="95" idx="6"/>
              <a:endCxn id="94" idx="3"/>
            </p:cNvCxnSpPr>
            <p:nvPr/>
          </p:nvCxnSpPr>
          <p:spPr>
            <a:xfrm flipV="1">
              <a:off x="7082894" y="4455587"/>
              <a:ext cx="275316" cy="2709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8E3770EB-36B9-4A49-BE48-4B542D48EA92}"/>
                </a:ext>
              </a:extLst>
            </p:cNvPr>
            <p:cNvCxnSpPr>
              <a:cxnSpLocks/>
              <a:stCxn id="93" idx="4"/>
              <a:endCxn id="97" idx="1"/>
            </p:cNvCxnSpPr>
            <p:nvPr/>
          </p:nvCxnSpPr>
          <p:spPr>
            <a:xfrm>
              <a:off x="5994022" y="4817507"/>
              <a:ext cx="440263" cy="1714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39A979F6-190C-4352-A2FC-ACFBCAAD5F22}"/>
                </a:ext>
              </a:extLst>
            </p:cNvPr>
            <p:cNvCxnSpPr>
              <a:cxnSpLocks/>
              <a:stCxn id="97" idx="7"/>
              <a:endCxn id="95" idx="4"/>
            </p:cNvCxnSpPr>
            <p:nvPr/>
          </p:nvCxnSpPr>
          <p:spPr>
            <a:xfrm flipV="1">
              <a:off x="6582459" y="4831288"/>
              <a:ext cx="395660" cy="1576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70D6D66-25B5-4082-9DAE-E99829E3475B}"/>
              </a:ext>
            </a:extLst>
          </p:cNvPr>
          <p:cNvSpPr txBox="1"/>
          <p:nvPr/>
        </p:nvSpPr>
        <p:spPr>
          <a:xfrm>
            <a:off x="4848091" y="5333970"/>
            <a:ext cx="352425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sz="2800" dirty="0"/>
              <a:t>(</a:t>
            </a:r>
            <a:r>
              <a:rPr lang="en-US" altLang="zh-Hans-HK" sz="2200" dirty="0"/>
              <a:t>(</a:t>
            </a:r>
            <a:r>
              <a:rPr lang="en-US" altLang="zh-Hans-HK" dirty="0"/>
              <a:t>(A1*A2)*A3</a:t>
            </a:r>
            <a:r>
              <a:rPr lang="en-US" altLang="zh-Hans-HK" sz="2200" dirty="0"/>
              <a:t>)</a:t>
            </a:r>
            <a:r>
              <a:rPr lang="en-US" altLang="zh-Hans-HK" dirty="0"/>
              <a:t>*</a:t>
            </a:r>
            <a:r>
              <a:rPr lang="en-US" altLang="zh-Hans-HK" sz="2200" dirty="0"/>
              <a:t>(</a:t>
            </a:r>
            <a:r>
              <a:rPr lang="en-US" altLang="zh-Hans-HK" dirty="0"/>
              <a:t>A4*(A5*A6)</a:t>
            </a:r>
            <a:r>
              <a:rPr lang="en-US" altLang="zh-Hans-HK" sz="2200" dirty="0"/>
              <a:t>)</a:t>
            </a:r>
            <a:r>
              <a:rPr lang="en-US" altLang="zh-Hans-HK" sz="2800" dirty="0"/>
              <a:t>)</a:t>
            </a:r>
          </a:p>
          <a:p>
            <a:pPr>
              <a:spcBef>
                <a:spcPts val="600"/>
              </a:spcBef>
            </a:pPr>
            <a:r>
              <a:rPr lang="zh-CN" altLang="en-US" dirty="0"/>
              <a:t>计算量：</a:t>
            </a:r>
            <a:r>
              <a:rPr lang="en-US" altLang="zh-Hans-HK" dirty="0"/>
              <a:t>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1</a:t>
            </a:r>
            <a:r>
              <a:rPr lang="en-US" altLang="zh-Hans-HK" dirty="0"/>
              <a:t>m</a:t>
            </a:r>
            <a:r>
              <a:rPr lang="en-US" altLang="zh-Hans-HK" baseline="-25000" dirty="0"/>
              <a:t>2 </a:t>
            </a:r>
            <a:r>
              <a:rPr lang="en-US" altLang="zh-Hans-HK" dirty="0"/>
              <a:t>+ 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2</a:t>
            </a:r>
            <a:r>
              <a:rPr lang="en-US" altLang="zh-Hans-HK" dirty="0"/>
              <a:t>m</a:t>
            </a:r>
            <a:r>
              <a:rPr lang="en-US" altLang="zh-Hans-HK" baseline="-25000" dirty="0"/>
              <a:t>3 </a:t>
            </a:r>
            <a:r>
              <a:rPr lang="en-US" altLang="zh-Hans-HK" dirty="0"/>
              <a:t>+</a:t>
            </a:r>
          </a:p>
          <a:p>
            <a:r>
              <a:rPr lang="en-US" altLang="zh-Hans-HK" dirty="0"/>
              <a:t> m</a:t>
            </a:r>
            <a:r>
              <a:rPr lang="en-US" altLang="zh-Hans-HK" baseline="-25000" dirty="0"/>
              <a:t>4</a:t>
            </a:r>
            <a:r>
              <a:rPr lang="en-US" altLang="zh-Hans-HK" dirty="0"/>
              <a:t>m</a:t>
            </a:r>
            <a:r>
              <a:rPr lang="en-US" altLang="zh-Hans-HK" baseline="-25000" dirty="0"/>
              <a:t>5</a:t>
            </a:r>
            <a:r>
              <a:rPr lang="en-US" altLang="zh-Hans-HK" dirty="0"/>
              <a:t>m</a:t>
            </a:r>
            <a:r>
              <a:rPr lang="en-US" altLang="zh-Hans-HK" baseline="-25000" dirty="0"/>
              <a:t>6</a:t>
            </a:r>
            <a:r>
              <a:rPr lang="en-US" altLang="zh-Hans-HK" dirty="0"/>
              <a:t> + m</a:t>
            </a:r>
            <a:r>
              <a:rPr lang="en-US" altLang="zh-Hans-HK" baseline="-25000" dirty="0"/>
              <a:t>3</a:t>
            </a:r>
            <a:r>
              <a:rPr lang="en-US" altLang="zh-Hans-HK" dirty="0"/>
              <a:t>m</a:t>
            </a:r>
            <a:r>
              <a:rPr lang="en-US" altLang="zh-Hans-HK" baseline="-25000" dirty="0"/>
              <a:t>4</a:t>
            </a:r>
            <a:r>
              <a:rPr lang="en-US" altLang="zh-Hans-HK" dirty="0"/>
              <a:t>m</a:t>
            </a:r>
            <a:r>
              <a:rPr lang="en-US" altLang="zh-Hans-HK" baseline="-25000" dirty="0"/>
              <a:t>6</a:t>
            </a:r>
            <a:r>
              <a:rPr lang="en-US" altLang="zh-Hans-HK" dirty="0"/>
              <a:t> + m</a:t>
            </a:r>
            <a:r>
              <a:rPr lang="en-US" altLang="zh-Hans-HK" baseline="-25000" dirty="0"/>
              <a:t>0</a:t>
            </a:r>
            <a:r>
              <a:rPr lang="en-US" altLang="zh-Hans-HK" dirty="0"/>
              <a:t>m</a:t>
            </a:r>
            <a:r>
              <a:rPr lang="en-US" altLang="zh-Hans-HK" baseline="-25000" dirty="0"/>
              <a:t>3</a:t>
            </a:r>
            <a:r>
              <a:rPr lang="en-US" altLang="zh-Hans-HK" dirty="0"/>
              <a:t>m</a:t>
            </a:r>
            <a:r>
              <a:rPr lang="en-US" altLang="zh-Hans-HK" baseline="-25000" dirty="0"/>
              <a:t>6</a:t>
            </a:r>
            <a:endParaRPr lang="zh-Hans-HK" altLang="en-US" baseline="-250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1A1E6-6F3C-A543-8114-E786223B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547074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1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5B238-F235-468D-BC3C-65DBD3F6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3(cont.)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CD8D8C-DA76-4066-83EC-01CC9E50398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99697" y="669621"/>
                <a:ext cx="8755117" cy="6055893"/>
              </a:xfrm>
            </p:spPr>
            <p:txBody>
              <a:bodyPr>
                <a:noAutofit/>
              </a:bodyPr>
              <a:lstStyle/>
              <a:p>
                <a:pPr lvl="1"/>
                <a:r>
                  <a:rPr lang="zh-CN" altLang="en-US" sz="2400" dirty="0">
                    <a:solidFill>
                      <a:srgbClr val="FF0000"/>
                    </a:solidFill>
                  </a:rPr>
                  <a:t>状态描述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2"/>
                <a:r>
                  <a:rPr lang="en-US" altLang="zh-CN" sz="2400" dirty="0">
                    <a:solidFill>
                      <a:srgbClr val="00B0F0"/>
                    </a:solidFill>
                  </a:rPr>
                  <a:t>F[</a:t>
                </a:r>
                <a:r>
                  <a:rPr lang="en-US" altLang="zh-CN" sz="2400" dirty="0" err="1">
                    <a:solidFill>
                      <a:srgbClr val="00B0F0"/>
                    </a:solidFill>
                  </a:rPr>
                  <a:t>i</a:t>
                </a:r>
                <a:r>
                  <a:rPr lang="en-US" altLang="zh-CN" sz="2400" dirty="0">
                    <a:solidFill>
                      <a:srgbClr val="00B0F0"/>
                    </a:solidFill>
                  </a:rPr>
                  <a:t>][j]: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  </a:t>
                </a:r>
                <a:r>
                  <a:rPr lang="zh-CN" altLang="en-US" sz="2400" dirty="0"/>
                  <a:t>计算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A</a:t>
                </a:r>
                <a:r>
                  <a:rPr lang="en-US" altLang="zh-CN" sz="2400" baseline="-25000" dirty="0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400" dirty="0">
                    <a:solidFill>
                      <a:srgbClr val="00B050"/>
                    </a:solidFill>
                  </a:rPr>
                  <a:t>*…*</a:t>
                </a:r>
                <a:r>
                  <a:rPr lang="en-US" altLang="zh-CN" sz="2400" dirty="0" err="1">
                    <a:solidFill>
                      <a:srgbClr val="00B050"/>
                    </a:solidFill>
                  </a:rPr>
                  <a:t>A</a:t>
                </a:r>
                <a:r>
                  <a:rPr lang="en-US" altLang="zh-CN" sz="2400" baseline="-25000" dirty="0" err="1">
                    <a:solidFill>
                      <a:srgbClr val="00B050"/>
                    </a:solidFill>
                  </a:rPr>
                  <a:t>j</a:t>
                </a:r>
                <a:r>
                  <a:rPr lang="zh-CN" altLang="en-US" sz="2400" dirty="0"/>
                  <a:t>所需的最少运算量。</a:t>
                </a:r>
                <a:endParaRPr lang="en-US" altLang="zh-CN" sz="2400" dirty="0"/>
              </a:p>
              <a:p>
                <a:pPr lvl="2"/>
                <a:r>
                  <a:rPr lang="zh-CN" altLang="en-US" sz="2400" dirty="0"/>
                  <a:t>原问题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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计算</a:t>
                </a:r>
                <a:r>
                  <a:rPr lang="en-US" altLang="zh-CN" sz="2400" dirty="0">
                    <a:solidFill>
                      <a:srgbClr val="00B0F0"/>
                    </a:solidFill>
                  </a:rPr>
                  <a:t>F[1][n]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lvl="1"/>
                <a:r>
                  <a:rPr lang="zh-CN" altLang="en-US" sz="2400" dirty="0">
                    <a:solidFill>
                      <a:srgbClr val="FF0000"/>
                    </a:solidFill>
                  </a:rPr>
                  <a:t>转移方程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Hans-HK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Hans-HK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Hans-HK" sz="2400" i="1" dirty="0" err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Hans-HK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Hans-HK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Hans-HK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Hans-HK" sz="24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zh-Hans-HK" sz="2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zh-Hans-HK" sz="2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Hans-HK" sz="2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ans-HK" sz="2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Hans-HK" sz="2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Hans-HK" sz="24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{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Hans-HK" sz="2400" i="1" dirty="0" err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][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]+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+1][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Hans-HK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 + </m:t>
                          </m:r>
                          <m:sSub>
                            <m:sSubPr>
                              <m:ctrlP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Hans-HK" sz="2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e>
                          <m:r>
                            <a:rPr lang="en-US" altLang="zh-Hans-HK" sz="2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ans-HK" sz="2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Hans-HK" sz="24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mr>
                    </m:m>
                  </m:oMath>
                </a14:m>
                <a:endParaRPr lang="zh-Hans-HK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CD8D8C-DA76-4066-83EC-01CC9E5039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99697" y="669621"/>
                <a:ext cx="8755117" cy="6055893"/>
              </a:xfrm>
              <a:blipFill>
                <a:blip r:embed="rId2"/>
                <a:stretch>
                  <a:fillRect t="-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F3045DB1-2FB8-49F4-91AF-9D2CD5E031D4}"/>
              </a:ext>
            </a:extLst>
          </p:cNvPr>
          <p:cNvGrpSpPr/>
          <p:nvPr/>
        </p:nvGrpSpPr>
        <p:grpSpPr>
          <a:xfrm>
            <a:off x="609600" y="4309816"/>
            <a:ext cx="1925914" cy="1315254"/>
            <a:chOff x="609600" y="4300285"/>
            <a:chExt cx="1925914" cy="1315254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708A2684-6AC7-48FF-8444-C9F611F065DD}"/>
                </a:ext>
              </a:extLst>
            </p:cNvPr>
            <p:cNvSpPr/>
            <p:nvPr/>
          </p:nvSpPr>
          <p:spPr>
            <a:xfrm>
              <a:off x="681038" y="469242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DD231FF-A52C-4C0E-92CC-FEFDC8A23A89}"/>
                </a:ext>
              </a:extLst>
            </p:cNvPr>
            <p:cNvSpPr/>
            <p:nvPr/>
          </p:nvSpPr>
          <p:spPr>
            <a:xfrm>
              <a:off x="1047750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588E69A-EB93-4D2B-8561-4E1CBAA782BB}"/>
                </a:ext>
              </a:extLst>
            </p:cNvPr>
            <p:cNvSpPr/>
            <p:nvPr/>
          </p:nvSpPr>
          <p:spPr>
            <a:xfrm>
              <a:off x="1409700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E082942-A86E-45AF-9EDA-D54403E782B3}"/>
                </a:ext>
              </a:extLst>
            </p:cNvPr>
            <p:cNvSpPr/>
            <p:nvPr/>
          </p:nvSpPr>
          <p:spPr>
            <a:xfrm>
              <a:off x="2124075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8F39A38-2ACE-490B-B845-68DA2DC49346}"/>
                </a:ext>
              </a:extLst>
            </p:cNvPr>
            <p:cNvSpPr txBox="1"/>
            <p:nvPr/>
          </p:nvSpPr>
          <p:spPr>
            <a:xfrm>
              <a:off x="609600" y="4328503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</a:t>
              </a:r>
              <a:endParaRPr lang="zh-Hans-HK" altLang="en-US" baseline="-250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931FEE8-CC0E-4D40-9149-0D5796D4846D}"/>
                </a:ext>
              </a:extLst>
            </p:cNvPr>
            <p:cNvSpPr txBox="1"/>
            <p:nvPr/>
          </p:nvSpPr>
          <p:spPr>
            <a:xfrm>
              <a:off x="904875" y="4328503"/>
              <a:ext cx="588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i+1</a:t>
              </a:r>
              <a:endParaRPr lang="zh-Hans-HK" altLang="en-US" baseline="-250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13D0398-5C93-443B-B661-1090A47707E2}"/>
                </a:ext>
              </a:extLst>
            </p:cNvPr>
            <p:cNvSpPr txBox="1"/>
            <p:nvPr/>
          </p:nvSpPr>
          <p:spPr>
            <a:xfrm>
              <a:off x="2059264" y="4309453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 err="1"/>
                <a:t>A</a:t>
              </a:r>
              <a:r>
                <a:rPr lang="en-US" altLang="zh-CN" baseline="-25000" dirty="0" err="1"/>
                <a:t>j</a:t>
              </a:r>
              <a:endParaRPr lang="zh-Hans-HK" altLang="en-US" baseline="-25000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7F2C146-A5FF-49A8-A22A-F6910743DE02}"/>
                </a:ext>
              </a:extLst>
            </p:cNvPr>
            <p:cNvSpPr/>
            <p:nvPr/>
          </p:nvSpPr>
          <p:spPr>
            <a:xfrm>
              <a:off x="1560382" y="5088650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E20FC00-29E9-4270-9020-DA3A2527DE16}"/>
                </a:ext>
              </a:extLst>
            </p:cNvPr>
            <p:cNvSpPr/>
            <p:nvPr/>
          </p:nvSpPr>
          <p:spPr>
            <a:xfrm>
              <a:off x="1209924" y="5405989"/>
              <a:ext cx="209550" cy="209550"/>
            </a:xfrm>
            <a:prstGeom prst="ellipse">
              <a:avLst/>
            </a:prstGeom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64D3923-9812-47E7-BA78-08750BB47351}"/>
                </a:ext>
              </a:extLst>
            </p:cNvPr>
            <p:cNvCxnSpPr>
              <a:cxnSpLocks/>
              <a:stCxn id="5" idx="4"/>
              <a:endCxn id="20" idx="1"/>
            </p:cNvCxnSpPr>
            <p:nvPr/>
          </p:nvCxnSpPr>
          <p:spPr>
            <a:xfrm>
              <a:off x="785813" y="4901975"/>
              <a:ext cx="454799" cy="534702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5BF08A3-CD88-4114-9852-E9B5155E5BD5}"/>
                </a:ext>
              </a:extLst>
            </p:cNvPr>
            <p:cNvCxnSpPr>
              <a:cxnSpLocks/>
              <a:stCxn id="6" idx="4"/>
              <a:endCxn id="19" idx="2"/>
            </p:cNvCxnSpPr>
            <p:nvPr/>
          </p:nvCxnSpPr>
          <p:spPr>
            <a:xfrm>
              <a:off x="1152525" y="4892041"/>
              <a:ext cx="407857" cy="30138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41F8188C-20A6-4D49-A800-7FE13A1DDFA2}"/>
                </a:ext>
              </a:extLst>
            </p:cNvPr>
            <p:cNvCxnSpPr>
              <a:cxnSpLocks/>
              <a:stCxn id="9" idx="4"/>
              <a:endCxn id="19" idx="6"/>
            </p:cNvCxnSpPr>
            <p:nvPr/>
          </p:nvCxnSpPr>
          <p:spPr>
            <a:xfrm flipH="1">
              <a:off x="1769932" y="4900003"/>
              <a:ext cx="458918" cy="29342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3F0536F-A840-4656-9BCD-1EFCDA154FB9}"/>
                </a:ext>
              </a:extLst>
            </p:cNvPr>
            <p:cNvCxnSpPr>
              <a:cxnSpLocks/>
              <a:stCxn id="19" idx="4"/>
              <a:endCxn id="20" idx="7"/>
            </p:cNvCxnSpPr>
            <p:nvPr/>
          </p:nvCxnSpPr>
          <p:spPr>
            <a:xfrm flipH="1">
              <a:off x="1388786" y="5298200"/>
              <a:ext cx="276371" cy="138477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20A49FB7-005B-4FB7-A775-34287BBD05D7}"/>
                </a:ext>
              </a:extLst>
            </p:cNvPr>
            <p:cNvSpPr/>
            <p:nvPr/>
          </p:nvSpPr>
          <p:spPr>
            <a:xfrm>
              <a:off x="1762126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55A8B3D5-E97C-4230-8106-12CD9E016F1D}"/>
                </a:ext>
              </a:extLst>
            </p:cNvPr>
            <p:cNvSpPr txBox="1"/>
            <p:nvPr/>
          </p:nvSpPr>
          <p:spPr>
            <a:xfrm>
              <a:off x="1513616" y="4300285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Hans-HK" altLang="en-US" baseline="-25000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EB3CBB0-5933-4C60-8BB4-62B32B300EDB}"/>
                </a:ext>
              </a:extLst>
            </p:cNvPr>
            <p:cNvSpPr txBox="1"/>
            <p:nvPr/>
          </p:nvSpPr>
          <p:spPr>
            <a:xfrm>
              <a:off x="638176" y="4832249"/>
              <a:ext cx="627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</a:t>
              </a:r>
              <a:endParaRPr lang="zh-Hans-HK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9FA12CE2-878C-4C53-A441-DCE7F6B87F33}"/>
                </a:ext>
              </a:extLst>
            </p:cNvPr>
            <p:cNvSpPr txBox="1"/>
            <p:nvPr/>
          </p:nvSpPr>
          <p:spPr>
            <a:xfrm>
              <a:off x="923353" y="4832249"/>
              <a:ext cx="627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k+1</a:t>
              </a:r>
              <a:endParaRPr lang="zh-Hans-HK" altLang="en-US" dirty="0"/>
            </a:p>
          </p:txBody>
        </p:sp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F742C9B8-C1F2-4245-924A-B5B292B63654}"/>
              </a:ext>
            </a:extLst>
          </p:cNvPr>
          <p:cNvGrpSpPr/>
          <p:nvPr/>
        </p:nvGrpSpPr>
        <p:grpSpPr>
          <a:xfrm>
            <a:off x="2718353" y="4290302"/>
            <a:ext cx="1906864" cy="1334768"/>
            <a:chOff x="2718353" y="4280771"/>
            <a:chExt cx="1906864" cy="1334768"/>
          </a:xfrm>
        </p:grpSpPr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0C3A634F-3B4B-4EBD-A199-3C0328F9A5AC}"/>
                </a:ext>
              </a:extLst>
            </p:cNvPr>
            <p:cNvSpPr/>
            <p:nvPr/>
          </p:nvSpPr>
          <p:spPr>
            <a:xfrm>
              <a:off x="2789791" y="469242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1615F85-C0E2-4DA4-A68A-AE468F1C1A8E}"/>
                </a:ext>
              </a:extLst>
            </p:cNvPr>
            <p:cNvSpPr/>
            <p:nvPr/>
          </p:nvSpPr>
          <p:spPr>
            <a:xfrm>
              <a:off x="3156503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6A5C56B1-D10D-4E1D-8A49-293A65BDD35A}"/>
                </a:ext>
              </a:extLst>
            </p:cNvPr>
            <p:cNvSpPr/>
            <p:nvPr/>
          </p:nvSpPr>
          <p:spPr>
            <a:xfrm>
              <a:off x="3518453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ADBFBB26-BC60-447E-8BE9-F45D8030E170}"/>
                </a:ext>
              </a:extLst>
            </p:cNvPr>
            <p:cNvSpPr/>
            <p:nvPr/>
          </p:nvSpPr>
          <p:spPr>
            <a:xfrm>
              <a:off x="4232828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B2BD4160-E300-4AD2-A857-818326C8CE57}"/>
                </a:ext>
              </a:extLst>
            </p:cNvPr>
            <p:cNvSpPr txBox="1"/>
            <p:nvPr/>
          </p:nvSpPr>
          <p:spPr>
            <a:xfrm>
              <a:off x="2718353" y="4328503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</a:t>
              </a:r>
              <a:endParaRPr lang="zh-Hans-HK" altLang="en-US" baseline="-25000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4286D304-26E8-4D96-855E-E6E5DCF58AEC}"/>
                </a:ext>
              </a:extLst>
            </p:cNvPr>
            <p:cNvSpPr txBox="1"/>
            <p:nvPr/>
          </p:nvSpPr>
          <p:spPr>
            <a:xfrm>
              <a:off x="3013628" y="4328503"/>
              <a:ext cx="588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i+1</a:t>
              </a:r>
              <a:endParaRPr lang="zh-Hans-HK" altLang="en-US" baseline="-25000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A3D8A586-AFDF-4F5B-A2A9-31330BE0D6D6}"/>
                </a:ext>
              </a:extLst>
            </p:cNvPr>
            <p:cNvSpPr txBox="1"/>
            <p:nvPr/>
          </p:nvSpPr>
          <p:spPr>
            <a:xfrm>
              <a:off x="4148967" y="4318978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 err="1"/>
                <a:t>A</a:t>
              </a:r>
              <a:r>
                <a:rPr lang="en-US" altLang="zh-CN" baseline="-25000" dirty="0" err="1"/>
                <a:t>j</a:t>
              </a:r>
              <a:endParaRPr lang="zh-Hans-HK" altLang="en-US" baseline="-25000" dirty="0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8B86D8-6640-406A-989A-165516ACE546}"/>
                </a:ext>
              </a:extLst>
            </p:cNvPr>
            <p:cNvSpPr/>
            <p:nvPr/>
          </p:nvSpPr>
          <p:spPr>
            <a:xfrm>
              <a:off x="3802915" y="5095426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38FB571C-086D-4C94-90BF-3CAD516E3713}"/>
                </a:ext>
              </a:extLst>
            </p:cNvPr>
            <p:cNvSpPr/>
            <p:nvPr/>
          </p:nvSpPr>
          <p:spPr>
            <a:xfrm>
              <a:off x="3413927" y="5405989"/>
              <a:ext cx="209550" cy="209550"/>
            </a:xfrm>
            <a:prstGeom prst="ellipse">
              <a:avLst/>
            </a:prstGeom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604E2FD3-EBFC-4494-A13A-F89FBA4105DE}"/>
                </a:ext>
              </a:extLst>
            </p:cNvPr>
            <p:cNvCxnSpPr>
              <a:cxnSpLocks/>
              <a:stCxn id="107" idx="4"/>
              <a:endCxn id="112" idx="1"/>
            </p:cNvCxnSpPr>
            <p:nvPr/>
          </p:nvCxnSpPr>
          <p:spPr>
            <a:xfrm>
              <a:off x="3623228" y="4900003"/>
              <a:ext cx="210375" cy="22611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498841F4-48D9-4489-BE6E-108764DAA1DA}"/>
                </a:ext>
              </a:extLst>
            </p:cNvPr>
            <p:cNvCxnSpPr>
              <a:cxnSpLocks/>
              <a:stCxn id="108" idx="4"/>
              <a:endCxn id="112" idx="7"/>
            </p:cNvCxnSpPr>
            <p:nvPr/>
          </p:nvCxnSpPr>
          <p:spPr>
            <a:xfrm flipH="1">
              <a:off x="3981777" y="4900003"/>
              <a:ext cx="355826" cy="22611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40BDC1CA-1F22-4522-9E1C-C0A00B0DB6C3}"/>
                </a:ext>
              </a:extLst>
            </p:cNvPr>
            <p:cNvCxnSpPr>
              <a:cxnSpLocks/>
              <a:stCxn id="112" idx="4"/>
              <a:endCxn id="113" idx="7"/>
            </p:cNvCxnSpPr>
            <p:nvPr/>
          </p:nvCxnSpPr>
          <p:spPr>
            <a:xfrm flipH="1">
              <a:off x="3592789" y="5304976"/>
              <a:ext cx="314901" cy="131701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ACDEB2CF-0393-4C67-B408-1A4710CB14C2}"/>
                </a:ext>
              </a:extLst>
            </p:cNvPr>
            <p:cNvSpPr/>
            <p:nvPr/>
          </p:nvSpPr>
          <p:spPr>
            <a:xfrm>
              <a:off x="3870879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2306269-5E0B-48CC-A33A-A467EFC4344D}"/>
                </a:ext>
              </a:extLst>
            </p:cNvPr>
            <p:cNvSpPr txBox="1"/>
            <p:nvPr/>
          </p:nvSpPr>
          <p:spPr>
            <a:xfrm>
              <a:off x="3792608" y="4280771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Hans-HK" altLang="en-US" baseline="-25000" dirty="0"/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9B3E6D65-024F-40A0-A007-91A1A74F0217}"/>
                </a:ext>
              </a:extLst>
            </p:cNvPr>
            <p:cNvSpPr txBox="1"/>
            <p:nvPr/>
          </p:nvSpPr>
          <p:spPr>
            <a:xfrm>
              <a:off x="3105047" y="4799994"/>
              <a:ext cx="3714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</a:t>
              </a:r>
              <a:endParaRPr lang="zh-Hans-HK" altLang="en-US" dirty="0"/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5A104985-FCF0-4137-9E8D-C932951D9883}"/>
                </a:ext>
              </a:extLst>
            </p:cNvPr>
            <p:cNvSpPr txBox="1"/>
            <p:nvPr/>
          </p:nvSpPr>
          <p:spPr>
            <a:xfrm>
              <a:off x="3351766" y="4830869"/>
              <a:ext cx="627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k+1</a:t>
              </a:r>
              <a:endParaRPr lang="zh-Hans-HK" altLang="en-US" dirty="0"/>
            </a:p>
          </p:txBody>
        </p:sp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B8AF4E35-EE03-4016-976C-B4D0A06B4F63}"/>
                </a:ext>
              </a:extLst>
            </p:cNvPr>
            <p:cNvSpPr txBox="1"/>
            <p:nvPr/>
          </p:nvSpPr>
          <p:spPr>
            <a:xfrm>
              <a:off x="3401152" y="4337967"/>
              <a:ext cx="588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i+2</a:t>
              </a:r>
              <a:endParaRPr lang="zh-Hans-HK" altLang="en-US" baseline="-25000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9384636D-5AC6-4711-A539-6FB40C0BFEF8}"/>
                </a:ext>
              </a:extLst>
            </p:cNvPr>
            <p:cNvSpPr/>
            <p:nvPr/>
          </p:nvSpPr>
          <p:spPr>
            <a:xfrm>
              <a:off x="2999341" y="510799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1A607668-9805-45C2-B3D2-3B75FAF81A38}"/>
                </a:ext>
              </a:extLst>
            </p:cNvPr>
            <p:cNvCxnSpPr>
              <a:cxnSpLocks/>
              <a:stCxn id="105" idx="4"/>
              <a:endCxn id="133" idx="1"/>
            </p:cNvCxnSpPr>
            <p:nvPr/>
          </p:nvCxnSpPr>
          <p:spPr>
            <a:xfrm>
              <a:off x="2894566" y="4901975"/>
              <a:ext cx="135463" cy="23670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3F3D7209-3F25-49E9-B627-DB5ED19014B8}"/>
                </a:ext>
              </a:extLst>
            </p:cNvPr>
            <p:cNvCxnSpPr>
              <a:cxnSpLocks/>
              <a:stCxn id="106" idx="4"/>
              <a:endCxn id="133" idx="7"/>
            </p:cNvCxnSpPr>
            <p:nvPr/>
          </p:nvCxnSpPr>
          <p:spPr>
            <a:xfrm flipH="1">
              <a:off x="3178203" y="4892041"/>
              <a:ext cx="83075" cy="24664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45CE295-0F4B-4B1E-9BDC-7B9F77DBC417}"/>
                </a:ext>
              </a:extLst>
            </p:cNvPr>
            <p:cNvCxnSpPr>
              <a:cxnSpLocks/>
              <a:stCxn id="133" idx="4"/>
              <a:endCxn id="113" idx="1"/>
            </p:cNvCxnSpPr>
            <p:nvPr/>
          </p:nvCxnSpPr>
          <p:spPr>
            <a:xfrm>
              <a:off x="3104116" y="5317545"/>
              <a:ext cx="340499" cy="119132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87286D09-5D64-4283-B475-DD214A1F63FC}"/>
              </a:ext>
            </a:extLst>
          </p:cNvPr>
          <p:cNvGrpSpPr/>
          <p:nvPr/>
        </p:nvGrpSpPr>
        <p:grpSpPr>
          <a:xfrm>
            <a:off x="4800293" y="4328509"/>
            <a:ext cx="1935439" cy="1267683"/>
            <a:chOff x="4800293" y="4318978"/>
            <a:chExt cx="1935439" cy="1267683"/>
          </a:xfrm>
        </p:grpSpPr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427F3E8E-BDEF-4504-ACBE-A799FF238612}"/>
                </a:ext>
              </a:extLst>
            </p:cNvPr>
            <p:cNvSpPr/>
            <p:nvPr/>
          </p:nvSpPr>
          <p:spPr>
            <a:xfrm>
              <a:off x="4871731" y="469242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5486866D-570F-48E0-AC19-2F071869FAFD}"/>
                </a:ext>
              </a:extLst>
            </p:cNvPr>
            <p:cNvSpPr/>
            <p:nvPr/>
          </p:nvSpPr>
          <p:spPr>
            <a:xfrm>
              <a:off x="5238443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7D145F4F-ED88-45DD-B868-E3E81B9B3BCA}"/>
                </a:ext>
              </a:extLst>
            </p:cNvPr>
            <p:cNvSpPr/>
            <p:nvPr/>
          </p:nvSpPr>
          <p:spPr>
            <a:xfrm>
              <a:off x="5600393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C3D3369C-DABC-45C0-8531-C5D69E7692B5}"/>
                </a:ext>
              </a:extLst>
            </p:cNvPr>
            <p:cNvSpPr/>
            <p:nvPr/>
          </p:nvSpPr>
          <p:spPr>
            <a:xfrm>
              <a:off x="6314768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447C275B-F79D-47DA-9B65-18B061982528}"/>
                </a:ext>
              </a:extLst>
            </p:cNvPr>
            <p:cNvSpPr txBox="1"/>
            <p:nvPr/>
          </p:nvSpPr>
          <p:spPr>
            <a:xfrm>
              <a:off x="4800293" y="4328503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</a:t>
              </a:r>
              <a:endParaRPr lang="zh-Hans-HK" altLang="en-US" baseline="-25000" dirty="0"/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29A2FD6A-1333-461A-881F-92A488F480AE}"/>
                </a:ext>
              </a:extLst>
            </p:cNvPr>
            <p:cNvSpPr txBox="1"/>
            <p:nvPr/>
          </p:nvSpPr>
          <p:spPr>
            <a:xfrm>
              <a:off x="6259482" y="4318978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 err="1"/>
                <a:t>A</a:t>
              </a:r>
              <a:r>
                <a:rPr lang="en-US" altLang="zh-CN" baseline="-25000" dirty="0" err="1"/>
                <a:t>j</a:t>
              </a:r>
              <a:endParaRPr lang="zh-Hans-HK" altLang="en-US" baseline="-25000" dirty="0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E6D759CB-3F3F-47F2-A802-C6E8B31CBB72}"/>
                </a:ext>
              </a:extLst>
            </p:cNvPr>
            <p:cNvSpPr/>
            <p:nvPr/>
          </p:nvSpPr>
          <p:spPr>
            <a:xfrm>
              <a:off x="6102681" y="5085872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50D43371-2A97-4060-BD99-551BF76CD657}"/>
                </a:ext>
              </a:extLst>
            </p:cNvPr>
            <p:cNvSpPr/>
            <p:nvPr/>
          </p:nvSpPr>
          <p:spPr>
            <a:xfrm>
              <a:off x="5672660" y="5377111"/>
              <a:ext cx="209550" cy="209550"/>
            </a:xfrm>
            <a:prstGeom prst="ellipse">
              <a:avLst/>
            </a:prstGeom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8EFF7800-E58F-46C4-85A0-E1D60887D3BD}"/>
                </a:ext>
              </a:extLst>
            </p:cNvPr>
            <p:cNvCxnSpPr>
              <a:cxnSpLocks/>
              <a:stCxn id="155" idx="4"/>
              <a:endCxn id="150" idx="1"/>
            </p:cNvCxnSpPr>
            <p:nvPr/>
          </p:nvCxnSpPr>
          <p:spPr>
            <a:xfrm>
              <a:off x="6057594" y="4892041"/>
              <a:ext cx="75775" cy="22451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80745B7B-73EA-4089-8F41-4AC5BF8ED070}"/>
                </a:ext>
              </a:extLst>
            </p:cNvPr>
            <p:cNvCxnSpPr>
              <a:cxnSpLocks/>
              <a:stCxn id="146" idx="4"/>
              <a:endCxn id="150" idx="7"/>
            </p:cNvCxnSpPr>
            <p:nvPr/>
          </p:nvCxnSpPr>
          <p:spPr>
            <a:xfrm flipH="1">
              <a:off x="6281543" y="4900003"/>
              <a:ext cx="138000" cy="21655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917141F7-EE52-4C91-AAB4-0463849C3EA1}"/>
                </a:ext>
              </a:extLst>
            </p:cNvPr>
            <p:cNvCxnSpPr>
              <a:cxnSpLocks/>
              <a:stCxn id="150" idx="4"/>
              <a:endCxn id="151" idx="7"/>
            </p:cNvCxnSpPr>
            <p:nvPr/>
          </p:nvCxnSpPr>
          <p:spPr>
            <a:xfrm flipH="1">
              <a:off x="5851522" y="5295422"/>
              <a:ext cx="355934" cy="112377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2AB602EA-01BC-414C-85DC-8C7A1DFF7AD3}"/>
                </a:ext>
              </a:extLst>
            </p:cNvPr>
            <p:cNvSpPr/>
            <p:nvPr/>
          </p:nvSpPr>
          <p:spPr>
            <a:xfrm>
              <a:off x="5952819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8ED2CE7C-FBF3-4398-B067-222CF934C5D5}"/>
                </a:ext>
              </a:extLst>
            </p:cNvPr>
            <p:cNvSpPr txBox="1"/>
            <p:nvPr/>
          </p:nvSpPr>
          <p:spPr>
            <a:xfrm>
              <a:off x="5855498" y="4328396"/>
              <a:ext cx="630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</a:t>
              </a:r>
              <a:r>
                <a:rPr lang="en-US" altLang="zh-CN" baseline="-25000" dirty="0"/>
                <a:t>i+3</a:t>
              </a:r>
              <a:endParaRPr lang="zh-Hans-HK" altLang="en-US" baseline="-25000" dirty="0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5DF7CFD1-D36E-479F-AAF3-D970321A63AD}"/>
                </a:ext>
              </a:extLst>
            </p:cNvPr>
            <p:cNvSpPr txBox="1"/>
            <p:nvPr/>
          </p:nvSpPr>
          <p:spPr>
            <a:xfrm>
              <a:off x="5483092" y="4337967"/>
              <a:ext cx="588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i+2</a:t>
              </a:r>
              <a:endParaRPr lang="zh-Hans-HK" altLang="en-US" baseline="-25000" dirty="0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1CBFFF19-F010-471F-A4E4-A5F3416BEAB3}"/>
                </a:ext>
              </a:extLst>
            </p:cNvPr>
            <p:cNvSpPr/>
            <p:nvPr/>
          </p:nvSpPr>
          <p:spPr>
            <a:xfrm>
              <a:off x="5273542" y="5088650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C117F23C-3D2C-4E0E-8D0A-C05EF1F3D2D1}"/>
                </a:ext>
              </a:extLst>
            </p:cNvPr>
            <p:cNvCxnSpPr>
              <a:cxnSpLocks/>
              <a:stCxn id="143" idx="4"/>
              <a:endCxn id="158" idx="1"/>
            </p:cNvCxnSpPr>
            <p:nvPr/>
          </p:nvCxnSpPr>
          <p:spPr>
            <a:xfrm>
              <a:off x="4976506" y="4901975"/>
              <a:ext cx="327724" cy="21736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05B7A8CF-24A6-4C08-AD97-907F17BC36CA}"/>
                </a:ext>
              </a:extLst>
            </p:cNvPr>
            <p:cNvCxnSpPr>
              <a:cxnSpLocks/>
              <a:stCxn id="158" idx="4"/>
              <a:endCxn id="151" idx="1"/>
            </p:cNvCxnSpPr>
            <p:nvPr/>
          </p:nvCxnSpPr>
          <p:spPr>
            <a:xfrm>
              <a:off x="5378317" y="5298200"/>
              <a:ext cx="325031" cy="109599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7183E8CD-EC33-4ABB-8962-AAF7220B3935}"/>
                </a:ext>
              </a:extLst>
            </p:cNvPr>
            <p:cNvCxnSpPr>
              <a:cxnSpLocks/>
              <a:stCxn id="145" idx="4"/>
              <a:endCxn id="158" idx="7"/>
            </p:cNvCxnSpPr>
            <p:nvPr/>
          </p:nvCxnSpPr>
          <p:spPr>
            <a:xfrm flipH="1">
              <a:off x="5452404" y="4900003"/>
              <a:ext cx="252764" cy="2193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396EA1FA-8D8D-4A6F-B6E7-D234EDFA1EA7}"/>
                </a:ext>
              </a:extLst>
            </p:cNvPr>
            <p:cNvSpPr txBox="1"/>
            <p:nvPr/>
          </p:nvSpPr>
          <p:spPr>
            <a:xfrm>
              <a:off x="5561474" y="4797026"/>
              <a:ext cx="417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</a:t>
              </a:r>
              <a:endParaRPr lang="zh-Hans-HK" altLang="en-US" dirty="0"/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E52498D1-E6AB-4645-8BCD-1B29DFE3059C}"/>
                </a:ext>
              </a:extLst>
            </p:cNvPr>
            <p:cNvSpPr txBox="1"/>
            <p:nvPr/>
          </p:nvSpPr>
          <p:spPr>
            <a:xfrm>
              <a:off x="5818211" y="4788558"/>
              <a:ext cx="627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k+1</a:t>
              </a:r>
              <a:endParaRPr lang="zh-Hans-HK" altLang="en-US" dirty="0"/>
            </a:p>
          </p:txBody>
        </p:sp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35DE86AF-56EC-49C6-8F38-FDD945788832}"/>
              </a:ext>
            </a:extLst>
          </p:cNvPr>
          <p:cNvGrpSpPr/>
          <p:nvPr/>
        </p:nvGrpSpPr>
        <p:grpSpPr>
          <a:xfrm>
            <a:off x="6879389" y="4328509"/>
            <a:ext cx="2081319" cy="1257818"/>
            <a:chOff x="6879389" y="4318978"/>
            <a:chExt cx="2081319" cy="1257818"/>
          </a:xfrm>
        </p:grpSpPr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511FD238-2367-4BC7-BEB9-E51ACD5648F3}"/>
                </a:ext>
              </a:extLst>
            </p:cNvPr>
            <p:cNvSpPr/>
            <p:nvPr/>
          </p:nvSpPr>
          <p:spPr>
            <a:xfrm>
              <a:off x="6950827" y="469242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CD670202-9CF3-48CD-98DB-16C85E837FE4}"/>
                </a:ext>
              </a:extLst>
            </p:cNvPr>
            <p:cNvSpPr/>
            <p:nvPr/>
          </p:nvSpPr>
          <p:spPr>
            <a:xfrm>
              <a:off x="7317539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6F063D8E-36BF-4F5D-B4E3-C17FC3BC1A99}"/>
                </a:ext>
              </a:extLst>
            </p:cNvPr>
            <p:cNvSpPr/>
            <p:nvPr/>
          </p:nvSpPr>
          <p:spPr>
            <a:xfrm>
              <a:off x="7679489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1F7A74BA-A943-4221-9796-AAF503887936}"/>
                </a:ext>
              </a:extLst>
            </p:cNvPr>
            <p:cNvSpPr/>
            <p:nvPr/>
          </p:nvSpPr>
          <p:spPr>
            <a:xfrm>
              <a:off x="8393864" y="4690453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581B2CF0-242C-4922-8A05-E36A4237A0EA}"/>
                </a:ext>
              </a:extLst>
            </p:cNvPr>
            <p:cNvSpPr txBox="1"/>
            <p:nvPr/>
          </p:nvSpPr>
          <p:spPr>
            <a:xfrm>
              <a:off x="6879389" y="4328503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</a:t>
              </a:r>
              <a:endParaRPr lang="zh-Hans-HK" altLang="en-US" baseline="-25000" dirty="0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648E3C21-3C40-4872-A346-2CBDECB2B86F}"/>
                </a:ext>
              </a:extLst>
            </p:cNvPr>
            <p:cNvSpPr txBox="1"/>
            <p:nvPr/>
          </p:nvSpPr>
          <p:spPr>
            <a:xfrm>
              <a:off x="8338578" y="4318978"/>
              <a:ext cx="476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 err="1"/>
                <a:t>A</a:t>
              </a:r>
              <a:r>
                <a:rPr lang="en-US" altLang="zh-CN" baseline="-25000" dirty="0" err="1"/>
                <a:t>j</a:t>
              </a:r>
              <a:endParaRPr lang="zh-Hans-HK" altLang="en-US" baseline="-25000" dirty="0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2F005C0D-12FC-41A6-8CC3-C667005313DE}"/>
                </a:ext>
              </a:extLst>
            </p:cNvPr>
            <p:cNvSpPr/>
            <p:nvPr/>
          </p:nvSpPr>
          <p:spPr>
            <a:xfrm>
              <a:off x="7941324" y="5367246"/>
              <a:ext cx="209550" cy="209550"/>
            </a:xfrm>
            <a:prstGeom prst="ellipse">
              <a:avLst/>
            </a:prstGeom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D7BE85E2-B1A9-4865-BC1F-C486CCB170F5}"/>
                </a:ext>
              </a:extLst>
            </p:cNvPr>
            <p:cNvCxnSpPr>
              <a:cxnSpLocks/>
              <a:stCxn id="194" idx="4"/>
              <a:endCxn id="198" idx="7"/>
            </p:cNvCxnSpPr>
            <p:nvPr/>
          </p:nvCxnSpPr>
          <p:spPr>
            <a:xfrm flipH="1">
              <a:off x="8120186" y="4900003"/>
              <a:ext cx="378453" cy="497931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191E32A3-5F38-4220-8B97-578B5D727658}"/>
                </a:ext>
              </a:extLst>
            </p:cNvPr>
            <p:cNvSpPr/>
            <p:nvPr/>
          </p:nvSpPr>
          <p:spPr>
            <a:xfrm>
              <a:off x="8031915" y="4682491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D094290E-338C-457E-9D19-868569AFB492}"/>
                </a:ext>
              </a:extLst>
            </p:cNvPr>
            <p:cNvSpPr txBox="1"/>
            <p:nvPr/>
          </p:nvSpPr>
          <p:spPr>
            <a:xfrm>
              <a:off x="7934594" y="4328396"/>
              <a:ext cx="630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A</a:t>
              </a:r>
              <a:r>
                <a:rPr lang="en-US" altLang="zh-CN" baseline="-25000" dirty="0"/>
                <a:t>i+3</a:t>
              </a:r>
              <a:endParaRPr lang="zh-Hans-HK" altLang="en-US" baseline="-25000" dirty="0"/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C5F3405A-57F8-4092-A576-21894114ACC1}"/>
                </a:ext>
              </a:extLst>
            </p:cNvPr>
            <p:cNvSpPr txBox="1"/>
            <p:nvPr/>
          </p:nvSpPr>
          <p:spPr>
            <a:xfrm>
              <a:off x="7562188" y="4337967"/>
              <a:ext cx="588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/>
                <a:t>A</a:t>
              </a:r>
              <a:r>
                <a:rPr lang="en-US" altLang="zh-Hans-HK" baseline="-25000" dirty="0"/>
                <a:t>i+2</a:t>
              </a:r>
              <a:endParaRPr lang="zh-Hans-HK" altLang="en-US" baseline="-25000" dirty="0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AE3A1152-34B9-4297-831A-4E5B1C8385FE}"/>
                </a:ext>
              </a:extLst>
            </p:cNvPr>
            <p:cNvSpPr/>
            <p:nvPr/>
          </p:nvSpPr>
          <p:spPr>
            <a:xfrm>
              <a:off x="7469277" y="5059785"/>
              <a:ext cx="209550" cy="2095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6311B59F-BFDA-48F2-941E-8234E85803FD}"/>
                </a:ext>
              </a:extLst>
            </p:cNvPr>
            <p:cNvCxnSpPr>
              <a:cxnSpLocks/>
              <a:stCxn id="191" idx="4"/>
              <a:endCxn id="205" idx="2"/>
            </p:cNvCxnSpPr>
            <p:nvPr/>
          </p:nvCxnSpPr>
          <p:spPr>
            <a:xfrm>
              <a:off x="7055602" y="4901975"/>
              <a:ext cx="413675" cy="26258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9FF6C189-6673-41C6-AB28-8652B040D544}"/>
                </a:ext>
              </a:extLst>
            </p:cNvPr>
            <p:cNvCxnSpPr>
              <a:cxnSpLocks/>
              <a:stCxn id="205" idx="4"/>
              <a:endCxn id="198" idx="1"/>
            </p:cNvCxnSpPr>
            <p:nvPr/>
          </p:nvCxnSpPr>
          <p:spPr>
            <a:xfrm>
              <a:off x="7574052" y="5269335"/>
              <a:ext cx="397960" cy="128599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0525958E-F6A9-46B5-8B51-74F2CE24A45B}"/>
                </a:ext>
              </a:extLst>
            </p:cNvPr>
            <p:cNvCxnSpPr>
              <a:cxnSpLocks/>
              <a:stCxn id="202" idx="4"/>
              <a:endCxn id="205" idx="6"/>
            </p:cNvCxnSpPr>
            <p:nvPr/>
          </p:nvCxnSpPr>
          <p:spPr>
            <a:xfrm flipH="1">
              <a:off x="7678827" y="4892041"/>
              <a:ext cx="457863" cy="27251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70C7FC2A-3FA6-421D-A69E-E6F90AE5C503}"/>
                </a:ext>
              </a:extLst>
            </p:cNvPr>
            <p:cNvSpPr txBox="1"/>
            <p:nvPr/>
          </p:nvSpPr>
          <p:spPr>
            <a:xfrm>
              <a:off x="7994432" y="4834400"/>
              <a:ext cx="417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</a:t>
              </a:r>
              <a:endParaRPr lang="zh-Hans-HK" altLang="en-US" dirty="0"/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ECF518FD-B363-4AB6-AE3C-6DDE3D7EA125}"/>
                </a:ext>
              </a:extLst>
            </p:cNvPr>
            <p:cNvSpPr txBox="1"/>
            <p:nvPr/>
          </p:nvSpPr>
          <p:spPr>
            <a:xfrm>
              <a:off x="8332917" y="4804768"/>
              <a:ext cx="627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k+1</a:t>
              </a:r>
              <a:endParaRPr lang="zh-Hans-HK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C953DD74-1A3B-4BD3-BF6D-2A469456F6AA}"/>
                  </a:ext>
                </a:extLst>
              </p:cNvPr>
              <p:cNvSpPr txBox="1"/>
              <p:nvPr/>
            </p:nvSpPr>
            <p:spPr>
              <a:xfrm>
                <a:off x="681038" y="5797080"/>
                <a:ext cx="7965774" cy="94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7030A0"/>
                    </a:solidFill>
                  </a:rPr>
                  <a:t>计算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A</a:t>
                </a:r>
                <a:r>
                  <a:rPr lang="en-US" altLang="zh-CN" baseline="-25000" dirty="0">
                    <a:solidFill>
                      <a:srgbClr val="7030A0"/>
                    </a:solidFill>
                  </a:rPr>
                  <a:t>i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*…</a:t>
                </a:r>
                <a:r>
                  <a:rPr lang="en-US" altLang="zh-CN" dirty="0" err="1">
                    <a:solidFill>
                      <a:srgbClr val="7030A0"/>
                    </a:solidFill>
                  </a:rPr>
                  <a:t>A</a:t>
                </a:r>
                <a:r>
                  <a:rPr lang="en-US" altLang="zh-CN" baseline="-25000" dirty="0" err="1">
                    <a:solidFill>
                      <a:srgbClr val="7030A0"/>
                    </a:solidFill>
                  </a:rPr>
                  <a:t>j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的任何顺序可以表示为：</a:t>
                </a:r>
                <a:endParaRPr lang="en-US" altLang="zh-CN" dirty="0">
                  <a:solidFill>
                    <a:srgbClr val="7030A0"/>
                  </a:solidFill>
                </a:endParaRPr>
              </a:p>
              <a:p>
                <a:r>
                  <a:rPr lang="en-US" altLang="zh-Hans-HK" dirty="0"/>
                  <a:t> </a:t>
                </a:r>
                <a:r>
                  <a:rPr lang="zh-CN" altLang="en-US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计算</a:t>
                </a:r>
                <a:r>
                  <a:rPr lang="en-US" altLang="zh-CN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  <a:r>
                  <a:rPr lang="en-US" altLang="zh-CN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</a:t>
                </a:r>
                <a:r>
                  <a:rPr lang="en-US" altLang="zh-CN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*…* A</a:t>
                </a:r>
                <a:r>
                  <a:rPr lang="en-US" altLang="zh-CN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</a:t>
                </a:r>
                <a:r>
                  <a:rPr lang="zh-CN" altLang="en-US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及 </a:t>
                </a:r>
                <a:r>
                  <a:rPr lang="en-US" altLang="zh-CN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  <a:r>
                  <a:rPr lang="en-US" altLang="zh-CN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k+1</a:t>
                </a:r>
                <a:r>
                  <a:rPr lang="en-US" altLang="zh-CN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*…* </a:t>
                </a:r>
                <a:r>
                  <a:rPr lang="en-US" altLang="zh-CN" dirty="0" err="1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  <a:r>
                  <a:rPr lang="en-US" altLang="zh-CN" baseline="-25000" dirty="0" err="1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j</a:t>
                </a:r>
                <a:r>
                  <a:rPr lang="en-US" altLang="zh-CN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zh-CN" altLang="en-US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，</a:t>
                </a:r>
                <a:r>
                  <a:rPr lang="zh-CN" altLang="en-US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然后计算</a:t>
                </a:r>
                <a:r>
                  <a:rPr lang="en-US" altLang="zh-Hans-HK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 (A</a:t>
                </a:r>
                <a:r>
                  <a:rPr lang="en-US" altLang="zh-Hans-HK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</a:t>
                </a:r>
                <a:r>
                  <a:rPr lang="en-US" altLang="zh-Hans-HK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*…* A</a:t>
                </a:r>
                <a:r>
                  <a:rPr lang="en-US" altLang="zh-Hans-HK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</a:t>
                </a:r>
                <a:r>
                  <a:rPr lang="en-US" altLang="zh-Hans-HK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 * (A</a:t>
                </a:r>
                <a:r>
                  <a:rPr lang="en-US" altLang="zh-Hans-HK" baseline="-25000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k+1</a:t>
                </a:r>
                <a:r>
                  <a:rPr lang="en-US" altLang="zh-Hans-HK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*…* </a:t>
                </a:r>
                <a:r>
                  <a:rPr lang="en-US" altLang="zh-Hans-HK" dirty="0" err="1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  <a:r>
                  <a:rPr lang="en-US" altLang="zh-Hans-HK" baseline="-25000" dirty="0" err="1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j</a:t>
                </a:r>
                <a:r>
                  <a:rPr lang="en-US" altLang="zh-Hans-HK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</a:t>
                </a:r>
                <a:r>
                  <a:rPr lang="zh-CN" altLang="en-US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，其中</a:t>
                </a:r>
                <a:r>
                  <a:rPr lang="en-US" altLang="zh-CN" dirty="0" err="1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</a:t>
                </a:r>
                <a:r>
                  <a:rPr lang="zh-CN" altLang="en-US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≤</a:t>
                </a:r>
                <a:r>
                  <a:rPr lang="en-US" altLang="zh-CN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k&lt;j</a:t>
                </a:r>
                <a:r>
                  <a:rPr lang="zh-CN" altLang="en-US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。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这种顺序的计算量至少为</a:t>
                </a:r>
                <a14:m>
                  <m:oMath xmlns:m="http://schemas.openxmlformats.org/officeDocument/2006/math">
                    <m:r>
                      <a:rPr lang="en-US" altLang="zh-Hans-HK" sz="1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Hans-HK" sz="18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Hans-HK" sz="1800" i="1" dirty="0" err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+1][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Hans-HK" sz="18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] + </m:t>
                    </m:r>
                    <m:sSub>
                      <m:sSubPr>
                        <m:ctrlP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Hans-HK" sz="18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Hans-HK" altLang="en-US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C953DD74-1A3B-4BD3-BF6D-2A469456F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38" y="5797080"/>
                <a:ext cx="7965774" cy="945643"/>
              </a:xfrm>
              <a:prstGeom prst="rect">
                <a:avLst/>
              </a:prstGeom>
              <a:blipFill>
                <a:blip r:embed="rId3"/>
                <a:stretch>
                  <a:fillRect l="-637" t="-533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EDA4EC8-1450-4F7E-BDDA-2EAEE85F5A00}"/>
              </a:ext>
            </a:extLst>
          </p:cNvPr>
          <p:cNvSpPr txBox="1"/>
          <p:nvPr/>
        </p:nvSpPr>
        <p:spPr>
          <a:xfrm>
            <a:off x="7803946" y="3129159"/>
            <a:ext cx="157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边界条件</a:t>
            </a:r>
            <a:endParaRPr lang="zh-Hans-HK" altLang="en-US" dirty="0">
              <a:solidFill>
                <a:srgbClr val="FF0000"/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7FAB9-FA95-C04F-ACC1-1A508F5E8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956414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9E39D-2EBF-4F7E-A47F-0E63AB60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3(cont.)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2DEF18-53DF-4481-85B2-98152C869DB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Hans-HK" sz="26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Hans-HK" sz="26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Hans-HK" sz="2600" i="1" dirty="0" err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Hans-HK" sz="26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Hans-HK" sz="26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Hans-HK" sz="26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Hans-HK" sz="26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zh-Hans-HK" sz="26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zh-Hans-HK" sz="2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Hans-HK" sz="2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ans-HK" sz="2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Hans-HK" sz="2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Hans-HK" sz="260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 {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Hans-HK" sz="2600" i="1" dirty="0" err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][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]+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+1][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Hans-HK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] + </m:t>
                          </m:r>
                          <m:sSub>
                            <m:sSubPr>
                              <m:ctrlP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Hans-HK" sz="26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e>
                          <m:r>
                            <a:rPr lang="en-US" altLang="zh-Hans-HK" sz="2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Hans-HK" sz="2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Hans-HK" sz="2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mr>
                    </m:m>
                  </m:oMath>
                </a14:m>
                <a:endParaRPr lang="en-US" altLang="zh-CN" sz="26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600" dirty="0"/>
                  <a:t>为了计算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F[1][n]</a:t>
                </a:r>
                <a:r>
                  <a:rPr lang="zh-CN" altLang="en-US" sz="2600" dirty="0"/>
                  <a:t>，我们需要将</a:t>
                </a:r>
                <a:r>
                  <a:rPr lang="en-US" altLang="zh-CN" sz="2600" dirty="0"/>
                  <a:t>{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][j] (1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≤ 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 ≤ 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j 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≤ 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n)}</a:t>
                </a:r>
                <a:r>
                  <a:rPr lang="zh-CN" altLang="en-US" sz="2600" dirty="0"/>
                  <a:t>全部计算出来。</a:t>
                </a:r>
                <a:endParaRPr lang="en-US" altLang="zh-CN" sz="26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600" dirty="0"/>
                  <a:t>计算</a:t>
                </a:r>
                <a:r>
                  <a:rPr lang="en-US" altLang="zh-CN" sz="2600" dirty="0"/>
                  <a:t>{F[</a:t>
                </a:r>
                <a:r>
                  <a:rPr lang="en-US" altLang="zh-CN" sz="2600" dirty="0" err="1"/>
                  <a:t>i</a:t>
                </a:r>
                <a:r>
                  <a:rPr lang="en-US" altLang="zh-CN" sz="2600" dirty="0"/>
                  <a:t>][j]}</a:t>
                </a:r>
                <a:r>
                  <a:rPr lang="zh-CN" altLang="en-US" sz="2600" dirty="0"/>
                  <a:t>的顺序</a:t>
                </a:r>
                <a:r>
                  <a:rPr lang="zh-CN" altLang="en-US" sz="2600" b="1" dirty="0"/>
                  <a:t>非常重要</a:t>
                </a:r>
                <a:r>
                  <a:rPr lang="zh-CN" altLang="en-US" sz="2600" dirty="0"/>
                  <a:t>。正确的计算顺序如下：</a:t>
                </a:r>
                <a:endParaRPr lang="en-US" altLang="zh-CN" sz="2600" dirty="0"/>
              </a:p>
              <a:p>
                <a:pPr lvl="1">
                  <a:lnSpc>
                    <a:spcPct val="110000"/>
                  </a:lnSpc>
                </a:pPr>
                <a:r>
                  <a:rPr lang="en-US" altLang="zh-CN" sz="2600" dirty="0"/>
                  <a:t>Step~0</a:t>
                </a:r>
                <a:r>
                  <a:rPr lang="zh-CN" altLang="en-US" sz="2600" dirty="0"/>
                  <a:t>：计算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</a:t>
                </a:r>
                <a:r>
                  <a:rPr lang="en-US" altLang="zh-CN" sz="2600" dirty="0"/>
                  <a:t> </a:t>
                </a:r>
                <a:r>
                  <a:rPr lang="zh-CN" altLang="en-US" sz="2600" dirty="0"/>
                  <a:t>对所有的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1 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≤ 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 ≤ 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n</a:t>
                </a:r>
                <a:r>
                  <a:rPr lang="zh-CN" altLang="en-US" sz="2600" dirty="0"/>
                  <a:t>。</a:t>
                </a:r>
                <a:endParaRPr lang="en-US" altLang="zh-CN" sz="2600" dirty="0"/>
              </a:p>
              <a:p>
                <a:pPr lvl="1">
                  <a:lnSpc>
                    <a:spcPct val="110000"/>
                  </a:lnSpc>
                </a:pPr>
                <a:r>
                  <a:rPr lang="en-US" altLang="zh-CN" sz="2600" dirty="0"/>
                  <a:t>Step~1</a:t>
                </a:r>
                <a:r>
                  <a:rPr lang="zh-CN" altLang="en-US" sz="2600" dirty="0"/>
                  <a:t>：计算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][i+1]</a:t>
                </a:r>
                <a:r>
                  <a:rPr lang="zh-CN" altLang="en-US" sz="2600" dirty="0"/>
                  <a:t>对所有的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1 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≤ 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 ≤ 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n-1</a:t>
                </a:r>
                <a:r>
                  <a:rPr lang="zh-CN" altLang="en-US" sz="2600" dirty="0"/>
                  <a:t>。</a:t>
                </a:r>
                <a:endParaRPr lang="en-US" altLang="zh-CN" sz="2600" dirty="0"/>
              </a:p>
              <a:p>
                <a:pPr lvl="1">
                  <a:lnSpc>
                    <a:spcPct val="110000"/>
                  </a:lnSpc>
                </a:pPr>
                <a:r>
                  <a:rPr lang="en-US" altLang="zh-CN" sz="2600" dirty="0" err="1"/>
                  <a:t>Step~L</a:t>
                </a:r>
                <a:r>
                  <a:rPr lang="en-US" altLang="zh-CN" sz="2600" dirty="0"/>
                  <a:t>:   </a:t>
                </a:r>
                <a:r>
                  <a:rPr lang="zh-CN" altLang="en-US" sz="2600" dirty="0"/>
                  <a:t>计算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i+L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 </a:t>
                </a:r>
                <a:r>
                  <a:rPr lang="zh-CN" altLang="en-US" sz="2600" dirty="0"/>
                  <a:t>对所有的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1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 ≤ 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 ≤ 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n-L</a:t>
                </a:r>
                <a:r>
                  <a:rPr lang="zh-CN" altLang="en-US" sz="2600" dirty="0"/>
                  <a:t>。</a:t>
                </a:r>
                <a:endParaRPr lang="en-US" altLang="zh-CN" sz="2600" dirty="0"/>
              </a:p>
              <a:p>
                <a:pPr lvl="1">
                  <a:lnSpc>
                    <a:spcPct val="110000"/>
                  </a:lnSpc>
                </a:pPr>
                <a:r>
                  <a:rPr lang="en-US" altLang="zh-CN" sz="2600" dirty="0"/>
                  <a:t>Step~n-1:  </a:t>
                </a:r>
                <a:r>
                  <a:rPr lang="zh-CN" altLang="en-US" sz="2600" dirty="0"/>
                  <a:t>计算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F[1][n]</a:t>
                </a:r>
                <a:r>
                  <a:rPr lang="zh-CN" altLang="en-US" sz="2600" dirty="0"/>
                  <a:t>。</a:t>
                </a:r>
                <a:endParaRPr lang="en-US" altLang="zh-CN" sz="2600" dirty="0"/>
              </a:p>
              <a:p>
                <a:pPr>
                  <a:lnSpc>
                    <a:spcPct val="110000"/>
                  </a:lnSpc>
                </a:pPr>
                <a:r>
                  <a:rPr lang="zh-CN" altLang="en-US" sz="2600" dirty="0"/>
                  <a:t>这种求解顺序保证了：在计算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][j]</a:t>
                </a:r>
                <a:r>
                  <a:rPr lang="zh-CN" altLang="en-US" sz="2600" dirty="0"/>
                  <a:t>时，</a:t>
                </a:r>
                <a:br>
                  <a:rPr lang="en-US" altLang="zh-CN" sz="2600" dirty="0"/>
                </a:br>
                <a:r>
                  <a:rPr lang="en-US" altLang="zh-CN" sz="2600" dirty="0">
                    <a:solidFill>
                      <a:srgbClr val="00B050"/>
                    </a:solidFill>
                  </a:rPr>
                  <a:t>F[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，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…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，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</a:t>
                </a:r>
                <a:r>
                  <a:rPr lang="en-US" altLang="zh-CN" sz="26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][j-1]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,  F[i+1][j]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，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…</a:t>
                </a:r>
                <a:r>
                  <a:rPr lang="zh-CN" altLang="en-US" sz="2600" dirty="0">
                    <a:solidFill>
                      <a:srgbClr val="00B050"/>
                    </a:solidFill>
                  </a:rPr>
                  <a:t>，</a:t>
                </a:r>
                <a:r>
                  <a:rPr lang="en-US" altLang="zh-CN" sz="2600" dirty="0">
                    <a:solidFill>
                      <a:srgbClr val="00B050"/>
                    </a:solidFill>
                  </a:rPr>
                  <a:t>F[j][j] </a:t>
                </a:r>
                <a:r>
                  <a:rPr lang="zh-CN" altLang="en-US" sz="2600" dirty="0"/>
                  <a:t>全都已经算好了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2DEF18-53DF-4481-85B2-98152C869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302" t="-17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4747858-72C7-425A-B40E-127798D83EB7}"/>
              </a:ext>
            </a:extLst>
          </p:cNvPr>
          <p:cNvGraphicFramePr>
            <a:graphicFrameLocks noGrp="1"/>
          </p:cNvGraphicFramePr>
          <p:nvPr/>
        </p:nvGraphicFramePr>
        <p:xfrm>
          <a:off x="6724332" y="3961750"/>
          <a:ext cx="1946700" cy="183935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89340">
                  <a:extLst>
                    <a:ext uri="{9D8B030D-6E8A-4147-A177-3AD203B41FA5}">
                      <a16:colId xmlns:a16="http://schemas.microsoft.com/office/drawing/2014/main" val="1961787892"/>
                    </a:ext>
                  </a:extLst>
                </a:gridCol>
                <a:gridCol w="389340">
                  <a:extLst>
                    <a:ext uri="{9D8B030D-6E8A-4147-A177-3AD203B41FA5}">
                      <a16:colId xmlns:a16="http://schemas.microsoft.com/office/drawing/2014/main" val="2198933322"/>
                    </a:ext>
                  </a:extLst>
                </a:gridCol>
                <a:gridCol w="389340">
                  <a:extLst>
                    <a:ext uri="{9D8B030D-6E8A-4147-A177-3AD203B41FA5}">
                      <a16:colId xmlns:a16="http://schemas.microsoft.com/office/drawing/2014/main" val="2977351045"/>
                    </a:ext>
                  </a:extLst>
                </a:gridCol>
                <a:gridCol w="389340">
                  <a:extLst>
                    <a:ext uri="{9D8B030D-6E8A-4147-A177-3AD203B41FA5}">
                      <a16:colId xmlns:a16="http://schemas.microsoft.com/office/drawing/2014/main" val="2272250875"/>
                    </a:ext>
                  </a:extLst>
                </a:gridCol>
                <a:gridCol w="389340">
                  <a:extLst>
                    <a:ext uri="{9D8B030D-6E8A-4147-A177-3AD203B41FA5}">
                      <a16:colId xmlns:a16="http://schemas.microsoft.com/office/drawing/2014/main" val="1522412926"/>
                    </a:ext>
                  </a:extLst>
                </a:gridCol>
              </a:tblGrid>
              <a:tr h="376313"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i</a:t>
                      </a:r>
                      <a:r>
                        <a:rPr lang="en-US" altLang="zh-CN" sz="1200" dirty="0"/>
                        <a:t>\j</a:t>
                      </a:r>
                      <a:endParaRPr lang="zh-Hans-HK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1</a:t>
                      </a:r>
                      <a:endParaRPr lang="zh-Hans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2</a:t>
                      </a:r>
                      <a:endParaRPr lang="zh-Hans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3</a:t>
                      </a:r>
                      <a:endParaRPr lang="zh-Hans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4</a:t>
                      </a:r>
                      <a:endParaRPr lang="zh-Hans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970859"/>
                  </a:ext>
                </a:extLst>
              </a:tr>
              <a:tr h="363122">
                <a:tc>
                  <a:txBody>
                    <a:bodyPr/>
                    <a:lstStyle/>
                    <a:p>
                      <a:r>
                        <a:rPr lang="en-US" altLang="zh-Hans-HK" b="1" dirty="0"/>
                        <a:t>1</a:t>
                      </a:r>
                      <a:endParaRPr lang="zh-Hans-HK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Hans-HK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Hans-HK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Hans-HK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3</a:t>
                      </a:r>
                      <a:endParaRPr lang="zh-Hans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931266"/>
                  </a:ext>
                </a:extLst>
              </a:tr>
              <a:tr h="363122">
                <a:tc>
                  <a:txBody>
                    <a:bodyPr/>
                    <a:lstStyle/>
                    <a:p>
                      <a:r>
                        <a:rPr lang="en-US" altLang="zh-Hans-HK" b="1" dirty="0"/>
                        <a:t>2</a:t>
                      </a:r>
                      <a:endParaRPr lang="zh-Hans-HK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ans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0</a:t>
                      </a:r>
                      <a:endParaRPr lang="zh-Hans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1</a:t>
                      </a:r>
                      <a:endParaRPr lang="zh-Hans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Hans-HK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87128"/>
                  </a:ext>
                </a:extLst>
              </a:tr>
              <a:tr h="363122">
                <a:tc>
                  <a:txBody>
                    <a:bodyPr/>
                    <a:lstStyle/>
                    <a:p>
                      <a:r>
                        <a:rPr lang="en-US" altLang="zh-Hans-HK" b="1" dirty="0"/>
                        <a:t>3</a:t>
                      </a:r>
                      <a:endParaRPr lang="zh-Hans-HK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ans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ans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/>
                        <a:t>0</a:t>
                      </a:r>
                      <a:endParaRPr lang="zh-Hans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Hans-HK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385298"/>
                  </a:ext>
                </a:extLst>
              </a:tr>
              <a:tr h="363122">
                <a:tc>
                  <a:txBody>
                    <a:bodyPr/>
                    <a:lstStyle/>
                    <a:p>
                      <a:r>
                        <a:rPr lang="en-US" altLang="zh-Hans-HK" b="1" dirty="0"/>
                        <a:t>4</a:t>
                      </a:r>
                      <a:endParaRPr lang="zh-Hans-HK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ans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ans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Hans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ans-HK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Hans-HK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677712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C78F13-F695-9C4E-9E78-2DC18348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488793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05D28-796B-4428-9D17-5BB62F35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动态规划算法应用举例</a:t>
            </a:r>
            <a:r>
              <a:rPr lang="en-US" altLang="zh-CN" dirty="0">
                <a:solidFill>
                  <a:schemeClr val="bg1"/>
                </a:solidFill>
              </a:rPr>
              <a:t>3(cont.)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9B845-63FC-4B9C-9DC6-994022CC9C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正确的求解顺序：</a:t>
            </a:r>
            <a:endParaRPr lang="en-US" altLang="zh-CN" sz="2400" dirty="0"/>
          </a:p>
          <a:p>
            <a:r>
              <a:rPr lang="en-US" altLang="zh-Hans-HK" sz="2400" dirty="0">
                <a:solidFill>
                  <a:srgbClr val="0070C0"/>
                </a:solidFill>
              </a:rPr>
              <a:t>for (int L=0; L&lt;n; </a:t>
            </a:r>
            <a:r>
              <a:rPr lang="en-US" altLang="zh-CN" sz="2400" dirty="0">
                <a:solidFill>
                  <a:srgbClr val="0070C0"/>
                </a:solidFill>
              </a:rPr>
              <a:t>L++)</a:t>
            </a:r>
          </a:p>
          <a:p>
            <a:pPr lvl="1"/>
            <a:r>
              <a:rPr lang="en-US" altLang="zh-Hans-HK" sz="2400" dirty="0">
                <a:solidFill>
                  <a:srgbClr val="0070C0"/>
                </a:solidFill>
              </a:rPr>
              <a:t>for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(int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 err="1">
                <a:solidFill>
                  <a:srgbClr val="0070C0"/>
                </a:solidFill>
              </a:rPr>
              <a:t>i</a:t>
            </a:r>
            <a:r>
              <a:rPr lang="en-US" altLang="zh-CN" sz="2400" dirty="0">
                <a:solidFill>
                  <a:srgbClr val="0070C0"/>
                </a:solidFill>
              </a:rPr>
              <a:t> = 1; </a:t>
            </a:r>
            <a:r>
              <a:rPr lang="en-US" altLang="zh-CN" sz="2400" dirty="0" err="1">
                <a:solidFill>
                  <a:srgbClr val="0070C0"/>
                </a:solidFill>
              </a:rPr>
              <a:t>i+L</a:t>
            </a:r>
            <a:r>
              <a:rPr lang="en-US" altLang="zh-CN" sz="2400" dirty="0">
                <a:solidFill>
                  <a:srgbClr val="0070C0"/>
                </a:solidFill>
              </a:rPr>
              <a:t> &lt;= n; </a:t>
            </a:r>
            <a:r>
              <a:rPr lang="en-US" altLang="zh-CN" sz="2400" dirty="0" err="1">
                <a:solidFill>
                  <a:srgbClr val="0070C0"/>
                </a:solidFill>
              </a:rPr>
              <a:t>i</a:t>
            </a:r>
            <a:r>
              <a:rPr lang="en-US" altLang="zh-CN" sz="2400" dirty="0">
                <a:solidFill>
                  <a:srgbClr val="0070C0"/>
                </a:solidFill>
              </a:rPr>
              <a:t>++)</a:t>
            </a:r>
          </a:p>
          <a:p>
            <a:pPr lvl="2"/>
            <a:r>
              <a:rPr lang="en-US" altLang="zh-Hans-HK" sz="2400" dirty="0">
                <a:solidFill>
                  <a:srgbClr val="0070C0"/>
                </a:solidFill>
              </a:rPr>
              <a:t>Compute F[</a:t>
            </a:r>
            <a:r>
              <a:rPr lang="en-US" altLang="zh-Hans-HK" sz="2400" dirty="0" err="1">
                <a:solidFill>
                  <a:srgbClr val="0070C0"/>
                </a:solidFill>
              </a:rPr>
              <a:t>i</a:t>
            </a:r>
            <a:r>
              <a:rPr lang="en-US" altLang="zh-Hans-HK" sz="2400" dirty="0">
                <a:solidFill>
                  <a:srgbClr val="0070C0"/>
                </a:solidFill>
              </a:rPr>
              <a:t>][</a:t>
            </a:r>
            <a:r>
              <a:rPr lang="en-US" altLang="zh-Hans-HK" sz="2400" dirty="0" err="1">
                <a:solidFill>
                  <a:srgbClr val="0070C0"/>
                </a:solidFill>
              </a:rPr>
              <a:t>i+L</a:t>
            </a:r>
            <a:r>
              <a:rPr lang="en-US" altLang="zh-Hans-HK" sz="2400" dirty="0">
                <a:solidFill>
                  <a:srgbClr val="0070C0"/>
                </a:solidFill>
              </a:rPr>
              <a:t>]</a:t>
            </a:r>
            <a:r>
              <a:rPr lang="zh-CN" altLang="en-US" sz="2400" dirty="0">
                <a:solidFill>
                  <a:srgbClr val="0070C0"/>
                </a:solidFill>
              </a:rPr>
              <a:t>。</a:t>
            </a:r>
            <a:endParaRPr lang="zh-Hans-HK" altLang="en-US" sz="2400" dirty="0">
              <a:solidFill>
                <a:srgbClr val="0070C0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BC920B9-8411-4A25-883C-1492060D9405}"/>
              </a:ext>
            </a:extLst>
          </p:cNvPr>
          <p:cNvSpPr txBox="1">
            <a:spLocks/>
          </p:cNvSpPr>
          <p:nvPr/>
        </p:nvSpPr>
        <p:spPr>
          <a:xfrm>
            <a:off x="4803497" y="1466098"/>
            <a:ext cx="3988393" cy="1504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错误的求解顺序：</a:t>
            </a:r>
            <a:endParaRPr lang="en-US" altLang="zh-CN" sz="2400" dirty="0"/>
          </a:p>
          <a:p>
            <a:r>
              <a:rPr lang="en-US" altLang="zh-Hans-HK" sz="2400" dirty="0">
                <a:solidFill>
                  <a:srgbClr val="0070C0"/>
                </a:solidFill>
              </a:rPr>
              <a:t>for (int </a:t>
            </a:r>
            <a:r>
              <a:rPr lang="en-US" altLang="zh-Hans-HK" sz="2400" dirty="0" err="1">
                <a:solidFill>
                  <a:srgbClr val="0070C0"/>
                </a:solidFill>
              </a:rPr>
              <a:t>i</a:t>
            </a:r>
            <a:r>
              <a:rPr lang="en-US" altLang="zh-Hans-HK" sz="2400" dirty="0">
                <a:solidFill>
                  <a:srgbClr val="0070C0"/>
                </a:solidFill>
              </a:rPr>
              <a:t>=1; </a:t>
            </a:r>
            <a:r>
              <a:rPr lang="en-US" altLang="zh-Hans-HK" sz="2400" dirty="0" err="1">
                <a:solidFill>
                  <a:srgbClr val="0070C0"/>
                </a:solidFill>
              </a:rPr>
              <a:t>i</a:t>
            </a:r>
            <a:r>
              <a:rPr lang="en-US" altLang="zh-Hans-HK" sz="2400" dirty="0">
                <a:solidFill>
                  <a:srgbClr val="0070C0"/>
                </a:solidFill>
              </a:rPr>
              <a:t>&lt;=n; </a:t>
            </a:r>
            <a:r>
              <a:rPr lang="en-US" altLang="zh-CN" sz="2400" dirty="0" err="1">
                <a:solidFill>
                  <a:srgbClr val="0070C0"/>
                </a:solidFill>
              </a:rPr>
              <a:t>i</a:t>
            </a:r>
            <a:r>
              <a:rPr lang="en-US" altLang="zh-CN" sz="2400" dirty="0">
                <a:solidFill>
                  <a:srgbClr val="0070C0"/>
                </a:solidFill>
              </a:rPr>
              <a:t>++)</a:t>
            </a:r>
          </a:p>
          <a:p>
            <a:pPr lvl="1"/>
            <a:r>
              <a:rPr lang="en-US" altLang="zh-Hans-HK" sz="2400" dirty="0">
                <a:solidFill>
                  <a:srgbClr val="0070C0"/>
                </a:solidFill>
              </a:rPr>
              <a:t>for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(int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j = </a:t>
            </a:r>
            <a:r>
              <a:rPr lang="en-US" altLang="zh-CN" sz="2400" dirty="0" err="1">
                <a:solidFill>
                  <a:srgbClr val="0070C0"/>
                </a:solidFill>
              </a:rPr>
              <a:t>i</a:t>
            </a:r>
            <a:r>
              <a:rPr lang="en-US" altLang="zh-CN" sz="2400" dirty="0">
                <a:solidFill>
                  <a:srgbClr val="0070C0"/>
                </a:solidFill>
              </a:rPr>
              <a:t>; j &lt;= n; </a:t>
            </a:r>
            <a:r>
              <a:rPr lang="en-US" altLang="zh-CN" sz="2400" dirty="0" err="1">
                <a:solidFill>
                  <a:srgbClr val="0070C0"/>
                </a:solidFill>
              </a:rPr>
              <a:t>j++</a:t>
            </a:r>
            <a:r>
              <a:rPr lang="en-US" altLang="zh-CN" sz="2400" dirty="0">
                <a:solidFill>
                  <a:srgbClr val="0070C0"/>
                </a:solidFill>
              </a:rPr>
              <a:t>)</a:t>
            </a:r>
          </a:p>
          <a:p>
            <a:pPr lvl="2"/>
            <a:r>
              <a:rPr lang="en-US" altLang="zh-Hans-HK" sz="2400" dirty="0">
                <a:solidFill>
                  <a:srgbClr val="0070C0"/>
                </a:solidFill>
              </a:rPr>
              <a:t>Compute F[</a:t>
            </a:r>
            <a:r>
              <a:rPr lang="en-US" altLang="zh-Hans-HK" sz="2400" dirty="0" err="1">
                <a:solidFill>
                  <a:srgbClr val="0070C0"/>
                </a:solidFill>
              </a:rPr>
              <a:t>i</a:t>
            </a:r>
            <a:r>
              <a:rPr lang="en-US" altLang="zh-Hans-HK" sz="2400" dirty="0">
                <a:solidFill>
                  <a:srgbClr val="0070C0"/>
                </a:solidFill>
              </a:rPr>
              <a:t>][j]</a:t>
            </a:r>
            <a:r>
              <a:rPr lang="zh-CN" altLang="en-US" sz="2400" dirty="0">
                <a:solidFill>
                  <a:srgbClr val="0070C0"/>
                </a:solidFill>
              </a:rPr>
              <a:t>。</a:t>
            </a:r>
            <a:endParaRPr lang="zh-Hans-HK" altLang="en-US" sz="2400" dirty="0">
              <a:solidFill>
                <a:srgbClr val="0070C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CFC50E-E85A-4E71-AAEA-3842CAA1E978}"/>
              </a:ext>
            </a:extLst>
          </p:cNvPr>
          <p:cNvSpPr txBox="1"/>
          <p:nvPr/>
        </p:nvSpPr>
        <p:spPr>
          <a:xfrm>
            <a:off x="351692" y="3444359"/>
            <a:ext cx="2743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FF"/>
                </a:solidFill>
              </a:rPr>
              <a:t>计算</a:t>
            </a:r>
            <a:r>
              <a:rPr lang="en-US" altLang="zh-CN" sz="2400" dirty="0">
                <a:solidFill>
                  <a:srgbClr val="FF00FF"/>
                </a:solidFill>
              </a:rPr>
              <a:t>F[1][n]</a:t>
            </a:r>
            <a:r>
              <a:rPr lang="zh-CN" altLang="en-US" sz="2400" dirty="0">
                <a:solidFill>
                  <a:srgbClr val="FF00FF"/>
                </a:solidFill>
              </a:rPr>
              <a:t>举例：</a:t>
            </a:r>
            <a:endParaRPr lang="en-US" altLang="zh-CN" sz="2400" dirty="0">
              <a:solidFill>
                <a:srgbClr val="FF00FF"/>
              </a:solidFill>
            </a:endParaRPr>
          </a:p>
          <a:p>
            <a:r>
              <a:rPr lang="en-US" altLang="zh-CN" sz="2400" dirty="0">
                <a:solidFill>
                  <a:srgbClr val="00B050"/>
                </a:solidFill>
              </a:rPr>
              <a:t>n=3,m=(3,4,5,3)</a:t>
            </a:r>
            <a:r>
              <a:rPr lang="zh-CN" altLang="en-US" sz="2400" dirty="0"/>
              <a:t>。</a:t>
            </a:r>
            <a:endParaRPr lang="zh-Hans-HK" altLang="en-US" sz="2400" dirty="0"/>
          </a:p>
        </p:txBody>
      </p:sp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3E97AB81-37DE-4E21-8B08-21B248ADB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643999"/>
              </p:ext>
            </p:extLst>
          </p:nvPr>
        </p:nvGraphicFramePr>
        <p:xfrm>
          <a:off x="2014112" y="4275356"/>
          <a:ext cx="2568020" cy="23556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42005">
                  <a:extLst>
                    <a:ext uri="{9D8B030D-6E8A-4147-A177-3AD203B41FA5}">
                      <a16:colId xmlns:a16="http://schemas.microsoft.com/office/drawing/2014/main" val="1961787892"/>
                    </a:ext>
                  </a:extLst>
                </a:gridCol>
                <a:gridCol w="642005">
                  <a:extLst>
                    <a:ext uri="{9D8B030D-6E8A-4147-A177-3AD203B41FA5}">
                      <a16:colId xmlns:a16="http://schemas.microsoft.com/office/drawing/2014/main" val="2198933322"/>
                    </a:ext>
                  </a:extLst>
                </a:gridCol>
                <a:gridCol w="642005">
                  <a:extLst>
                    <a:ext uri="{9D8B030D-6E8A-4147-A177-3AD203B41FA5}">
                      <a16:colId xmlns:a16="http://schemas.microsoft.com/office/drawing/2014/main" val="2977351045"/>
                    </a:ext>
                  </a:extLst>
                </a:gridCol>
                <a:gridCol w="642005">
                  <a:extLst>
                    <a:ext uri="{9D8B030D-6E8A-4147-A177-3AD203B41FA5}">
                      <a16:colId xmlns:a16="http://schemas.microsoft.com/office/drawing/2014/main" val="2272250875"/>
                    </a:ext>
                  </a:extLst>
                </a:gridCol>
              </a:tblGrid>
              <a:tr h="6048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err="1"/>
                        <a:t>i</a:t>
                      </a:r>
                      <a:r>
                        <a:rPr lang="en-US" altLang="zh-CN" sz="2200" dirty="0"/>
                        <a:t>\j</a:t>
                      </a:r>
                      <a:endParaRPr lang="zh-Hans-HK" altLang="en-US" sz="2200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ans-HK" sz="2200" dirty="0"/>
                        <a:t>1</a:t>
                      </a:r>
                      <a:endParaRPr lang="zh-Hans-HK" altLang="en-US" sz="2200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ans-HK" sz="2200" dirty="0"/>
                        <a:t>2</a:t>
                      </a:r>
                      <a:endParaRPr lang="zh-Hans-HK" altLang="en-US" sz="2200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ans-HK" sz="2200" dirty="0"/>
                        <a:t>3</a:t>
                      </a:r>
                      <a:endParaRPr lang="zh-Hans-HK" altLang="en-US" sz="2200" dirty="0"/>
                    </a:p>
                  </a:txBody>
                  <a:tcPr marL="0" marR="0" marT="89786" marB="89786"/>
                </a:tc>
                <a:extLst>
                  <a:ext uri="{0D108BD9-81ED-4DB2-BD59-A6C34878D82A}">
                    <a16:rowId xmlns:a16="http://schemas.microsoft.com/office/drawing/2014/main" val="3616970859"/>
                  </a:ext>
                </a:extLst>
              </a:tr>
              <a:tr h="583613">
                <a:tc>
                  <a:txBody>
                    <a:bodyPr/>
                    <a:lstStyle/>
                    <a:p>
                      <a:pPr algn="ctr"/>
                      <a:r>
                        <a:rPr lang="en-US" altLang="zh-Hans-HK" sz="2200" b="1" dirty="0"/>
                        <a:t>1</a:t>
                      </a:r>
                      <a:endParaRPr lang="zh-Hans-HK" altLang="en-US" sz="2200" b="1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89786" marB="89786"/>
                </a:tc>
                <a:extLst>
                  <a:ext uri="{0D108BD9-81ED-4DB2-BD59-A6C34878D82A}">
                    <a16:rowId xmlns:a16="http://schemas.microsoft.com/office/drawing/2014/main" val="3635931266"/>
                  </a:ext>
                </a:extLst>
              </a:tr>
              <a:tr h="583613">
                <a:tc>
                  <a:txBody>
                    <a:bodyPr/>
                    <a:lstStyle/>
                    <a:p>
                      <a:pPr algn="ctr"/>
                      <a:r>
                        <a:rPr lang="en-US" altLang="zh-Hans-HK" sz="2200" b="1" dirty="0"/>
                        <a:t>2</a:t>
                      </a:r>
                      <a:endParaRPr lang="zh-Hans-HK" altLang="en-US" sz="2200" b="1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/>
                    </a:p>
                  </a:txBody>
                  <a:tcPr marL="0" marR="0" marT="89786" marB="89786"/>
                </a:tc>
                <a:extLst>
                  <a:ext uri="{0D108BD9-81ED-4DB2-BD59-A6C34878D82A}">
                    <a16:rowId xmlns:a16="http://schemas.microsoft.com/office/drawing/2014/main" val="3507687128"/>
                  </a:ext>
                </a:extLst>
              </a:tr>
              <a:tr h="583613">
                <a:tc>
                  <a:txBody>
                    <a:bodyPr/>
                    <a:lstStyle/>
                    <a:p>
                      <a:pPr algn="ctr"/>
                      <a:r>
                        <a:rPr lang="en-US" altLang="zh-Hans-HK" sz="2200" b="1" dirty="0"/>
                        <a:t>3</a:t>
                      </a:r>
                      <a:endParaRPr lang="zh-Hans-HK" altLang="en-US" sz="2200" b="1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/>
                    </a:p>
                  </a:txBody>
                  <a:tcPr marL="0" marR="0" marT="89786" marB="89786"/>
                </a:tc>
                <a:tc>
                  <a:txBody>
                    <a:bodyPr/>
                    <a:lstStyle/>
                    <a:p>
                      <a:pPr algn="ctr"/>
                      <a:endParaRPr lang="zh-Hans-HK" altLang="en-US" sz="2200" dirty="0"/>
                    </a:p>
                  </a:txBody>
                  <a:tcPr marL="0" marR="0" marT="89786" marB="89786"/>
                </a:tc>
                <a:extLst>
                  <a:ext uri="{0D108BD9-81ED-4DB2-BD59-A6C34878D82A}">
                    <a16:rowId xmlns:a16="http://schemas.microsoft.com/office/drawing/2014/main" val="246638529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78CFB76-124C-48F7-B93D-2D0247749390}"/>
              </a:ext>
            </a:extLst>
          </p:cNvPr>
          <p:cNvSpPr txBox="1"/>
          <p:nvPr/>
        </p:nvSpPr>
        <p:spPr>
          <a:xfrm>
            <a:off x="2629509" y="4921687"/>
            <a:ext cx="733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3399"/>
                </a:solidFill>
              </a:rPr>
              <a:t>F=0</a:t>
            </a:r>
            <a:endParaRPr lang="zh-Hans-HK" altLang="en-US" sz="2400" dirty="0">
              <a:solidFill>
                <a:srgbClr val="FF3399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B27355-EBD8-4386-AA78-51FCC405C607}"/>
              </a:ext>
            </a:extLst>
          </p:cNvPr>
          <p:cNvSpPr txBox="1"/>
          <p:nvPr/>
        </p:nvSpPr>
        <p:spPr>
          <a:xfrm>
            <a:off x="3260023" y="5497425"/>
            <a:ext cx="733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3399"/>
                </a:solidFill>
              </a:rPr>
              <a:t>F=0</a:t>
            </a:r>
            <a:endParaRPr lang="zh-Hans-HK" altLang="en-US" sz="2400" dirty="0">
              <a:solidFill>
                <a:srgbClr val="FF3399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E7D55E-E5FB-43CF-9B35-885F0BC6109F}"/>
              </a:ext>
            </a:extLst>
          </p:cNvPr>
          <p:cNvSpPr txBox="1"/>
          <p:nvPr/>
        </p:nvSpPr>
        <p:spPr>
          <a:xfrm>
            <a:off x="3917248" y="6125602"/>
            <a:ext cx="733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3399"/>
                </a:solidFill>
              </a:rPr>
              <a:t>F=0</a:t>
            </a:r>
            <a:endParaRPr lang="zh-Hans-HK" altLang="en-US" sz="2400" dirty="0">
              <a:solidFill>
                <a:srgbClr val="FF3399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193E08-27D7-4D31-A917-3C733EC125A9}"/>
              </a:ext>
            </a:extLst>
          </p:cNvPr>
          <p:cNvSpPr txBox="1"/>
          <p:nvPr/>
        </p:nvSpPr>
        <p:spPr>
          <a:xfrm>
            <a:off x="3373493" y="4921687"/>
            <a:ext cx="543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3399"/>
                </a:solidFill>
              </a:rPr>
              <a:t>60</a:t>
            </a:r>
            <a:endParaRPr lang="zh-Hans-HK" altLang="en-US" sz="2400" dirty="0">
              <a:solidFill>
                <a:srgbClr val="FF3399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CF8738-B51C-4C75-9DE3-7541CC001D0D}"/>
              </a:ext>
            </a:extLst>
          </p:cNvPr>
          <p:cNvSpPr txBox="1"/>
          <p:nvPr/>
        </p:nvSpPr>
        <p:spPr>
          <a:xfrm>
            <a:off x="3993449" y="5507617"/>
            <a:ext cx="543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3399"/>
                </a:solidFill>
              </a:rPr>
              <a:t>60</a:t>
            </a:r>
            <a:endParaRPr lang="zh-Hans-HK" altLang="en-US" sz="2400" dirty="0">
              <a:solidFill>
                <a:srgbClr val="FF3399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FE8CEB-62E1-45EA-8875-674275C723BD}"/>
              </a:ext>
            </a:extLst>
          </p:cNvPr>
          <p:cNvSpPr txBox="1"/>
          <p:nvPr/>
        </p:nvSpPr>
        <p:spPr>
          <a:xfrm>
            <a:off x="5384554" y="3736086"/>
            <a:ext cx="40437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sz="2400" dirty="0"/>
              <a:t>F[1,3]</a:t>
            </a:r>
            <a:r>
              <a:rPr lang="zh-Hans-HK" altLang="en-US" sz="2400" dirty="0"/>
              <a:t> </a:t>
            </a:r>
            <a:r>
              <a:rPr lang="en-US" altLang="zh-Hans-HK" sz="2400" dirty="0"/>
              <a:t>=</a:t>
            </a:r>
            <a:r>
              <a:rPr lang="zh-Hans-HK" altLang="en-US" sz="2400" dirty="0"/>
              <a:t> </a:t>
            </a:r>
            <a:r>
              <a:rPr lang="en-US" altLang="zh-Hans-HK" sz="2400" dirty="0"/>
              <a:t>min{</a:t>
            </a:r>
          </a:p>
          <a:p>
            <a:r>
              <a:rPr lang="en-US" altLang="zh-Hans-HK" sz="2400" dirty="0"/>
              <a:t>   F[1][1]+F[2][3] + 3*4*3,</a:t>
            </a:r>
          </a:p>
          <a:p>
            <a:r>
              <a:rPr lang="en-US" altLang="zh-Hans-HK" sz="2400" dirty="0"/>
              <a:t>   F[1][2]+F[3][3] + 3*5*3</a:t>
            </a:r>
          </a:p>
          <a:p>
            <a:r>
              <a:rPr lang="en-US" altLang="zh-Hans-HK" sz="2400" dirty="0"/>
              <a:t>} = min {60+36, 60+45}</a:t>
            </a:r>
          </a:p>
          <a:p>
            <a:r>
              <a:rPr lang="en-US" altLang="zh-Hans-HK" sz="2400" dirty="0"/>
              <a:t>  = 96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ED2047-07AB-47C4-AD77-250492B84676}"/>
              </a:ext>
            </a:extLst>
          </p:cNvPr>
          <p:cNvSpPr txBox="1"/>
          <p:nvPr/>
        </p:nvSpPr>
        <p:spPr>
          <a:xfrm>
            <a:off x="3993449" y="4917633"/>
            <a:ext cx="543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3399"/>
                </a:solidFill>
              </a:rPr>
              <a:t>96</a:t>
            </a:r>
            <a:endParaRPr lang="zh-Hans-HK" altLang="en-US" sz="2400" dirty="0">
              <a:solidFill>
                <a:srgbClr val="FF3399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F963F9-8AB4-6045-BE32-D6B0B244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08244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2" grpId="0"/>
      <p:bldP spid="13" grpId="0"/>
      <p:bldP spid="15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63F85-B154-45EC-8890-76513FB4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递归与</a:t>
            </a:r>
            <a:r>
              <a:rPr lang="en-US" altLang="zh-CN" dirty="0">
                <a:solidFill>
                  <a:schemeClr val="bg1"/>
                </a:solidFill>
              </a:rPr>
              <a:t>DP</a:t>
            </a:r>
            <a:r>
              <a:rPr lang="zh-CN" altLang="en-US" dirty="0">
                <a:solidFill>
                  <a:schemeClr val="bg1"/>
                </a:solidFill>
              </a:rPr>
              <a:t>的区别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F0DBC-4731-4DEB-AE7D-B8CE1541CC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如果采用递归方法计算</a:t>
            </a:r>
            <a:r>
              <a:rPr lang="en-US" altLang="zh-CN" sz="2400" dirty="0"/>
              <a:t>F[1][4]</a:t>
            </a:r>
          </a:p>
          <a:p>
            <a:r>
              <a:rPr lang="zh-CN" altLang="en-US" sz="2400" dirty="0">
                <a:solidFill>
                  <a:srgbClr val="00B0F0"/>
                </a:solidFill>
              </a:rPr>
              <a:t>会有许多</a:t>
            </a:r>
            <a:r>
              <a:rPr lang="en-US" altLang="zh-CN" sz="2400" dirty="0">
                <a:solidFill>
                  <a:srgbClr val="00B0F0"/>
                </a:solidFill>
              </a:rPr>
              <a:t>F[</a:t>
            </a:r>
            <a:r>
              <a:rPr lang="en-US" altLang="zh-CN" sz="2400" dirty="0" err="1">
                <a:solidFill>
                  <a:srgbClr val="00B0F0"/>
                </a:solidFill>
              </a:rPr>
              <a:t>i</a:t>
            </a:r>
            <a:r>
              <a:rPr lang="en-US" altLang="zh-CN" sz="2400" dirty="0">
                <a:solidFill>
                  <a:srgbClr val="00B0F0"/>
                </a:solidFill>
              </a:rPr>
              <a:t>][j]</a:t>
            </a:r>
            <a:r>
              <a:rPr lang="zh-CN" altLang="en-US" sz="2400" dirty="0">
                <a:solidFill>
                  <a:srgbClr val="00B0F0"/>
                </a:solidFill>
              </a:rPr>
              <a:t>被重复计算。</a:t>
            </a:r>
            <a:endParaRPr lang="zh-Hans-HK" altLang="en-US" sz="2400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CE076A-D18E-425F-B04B-E69B04A2047C}"/>
              </a:ext>
            </a:extLst>
          </p:cNvPr>
          <p:cNvSpPr txBox="1"/>
          <p:nvPr/>
        </p:nvSpPr>
        <p:spPr>
          <a:xfrm>
            <a:off x="3291840" y="306145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F[1,3]</a:t>
            </a:r>
            <a:endParaRPr lang="zh-Hans-HK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5C2804-0DB5-4CFD-86DD-BC2A8DE2D33C}"/>
              </a:ext>
            </a:extLst>
          </p:cNvPr>
          <p:cNvSpPr txBox="1"/>
          <p:nvPr/>
        </p:nvSpPr>
        <p:spPr>
          <a:xfrm>
            <a:off x="1005840" y="375639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F[1,2]</a:t>
            </a:r>
            <a:endParaRPr lang="zh-Hans-HK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EBD90A-1E10-4E26-8DC8-AB2B59431EE3}"/>
              </a:ext>
            </a:extLst>
          </p:cNvPr>
          <p:cNvSpPr txBox="1"/>
          <p:nvPr/>
        </p:nvSpPr>
        <p:spPr>
          <a:xfrm>
            <a:off x="2002536" y="375639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F[1,1]</a:t>
            </a:r>
            <a:endParaRPr lang="zh-Hans-HK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BD3FA6-72AB-409D-9C14-06AB520344E2}"/>
              </a:ext>
            </a:extLst>
          </p:cNvPr>
          <p:cNvSpPr txBox="1"/>
          <p:nvPr/>
        </p:nvSpPr>
        <p:spPr>
          <a:xfrm>
            <a:off x="2999232" y="375639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F[2,3]</a:t>
            </a:r>
            <a:endParaRPr lang="zh-Hans-HK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57443B-32D9-48D4-A401-1D22C86EE45A}"/>
              </a:ext>
            </a:extLst>
          </p:cNvPr>
          <p:cNvSpPr txBox="1"/>
          <p:nvPr/>
        </p:nvSpPr>
        <p:spPr>
          <a:xfrm>
            <a:off x="3913632" y="375639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F[3,3]</a:t>
            </a:r>
            <a:endParaRPr lang="zh-Hans-HK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45D48F-5AD5-46A2-A79A-2D1B839406F1}"/>
              </a:ext>
            </a:extLst>
          </p:cNvPr>
          <p:cNvSpPr txBox="1"/>
          <p:nvPr/>
        </p:nvSpPr>
        <p:spPr>
          <a:xfrm>
            <a:off x="603504" y="4451342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F[1,1]</a:t>
            </a:r>
            <a:endParaRPr lang="zh-Hans-HK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56423E-D24B-4C1E-B98A-5A137656C03B}"/>
              </a:ext>
            </a:extLst>
          </p:cNvPr>
          <p:cNvSpPr txBox="1"/>
          <p:nvPr/>
        </p:nvSpPr>
        <p:spPr>
          <a:xfrm>
            <a:off x="1499616" y="4469630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F[2,2]</a:t>
            </a:r>
            <a:endParaRPr lang="zh-Hans-HK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CF47EB2-E5ED-4076-A14B-ABC7C041707B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554480" y="3430786"/>
            <a:ext cx="2286000" cy="325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B0193BB-3E64-42C7-AF2C-0002F21B9577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2551176" y="3430786"/>
            <a:ext cx="1289304" cy="325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D469D97-7095-47AD-99A1-DF775105CDC3}"/>
              </a:ext>
            </a:extLst>
          </p:cNvPr>
          <p:cNvSpPr txBox="1"/>
          <p:nvPr/>
        </p:nvSpPr>
        <p:spPr>
          <a:xfrm>
            <a:off x="4837176" y="244612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F[1,4]</a:t>
            </a:r>
            <a:endParaRPr lang="zh-Hans-HK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5891C4-32C8-493C-ACDF-ACE8A28214B7}"/>
              </a:ext>
            </a:extLst>
          </p:cNvPr>
          <p:cNvSpPr txBox="1"/>
          <p:nvPr/>
        </p:nvSpPr>
        <p:spPr>
          <a:xfrm>
            <a:off x="5184648" y="3066472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F[2,4]</a:t>
            </a:r>
            <a:endParaRPr lang="zh-Hans-HK" altLang="en-US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4BECD63-E495-4E86-9EB0-4EC9D5C96935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V="1">
            <a:off x="3547872" y="3430786"/>
            <a:ext cx="292608" cy="325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14BECE0-8ECD-412A-8C41-F0C27C89A483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3840480" y="3430786"/>
            <a:ext cx="621792" cy="325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3A2F866-C341-46BC-822E-8B4CCEA347EC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1152144" y="4125730"/>
            <a:ext cx="402336" cy="325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28183E6-80C0-4AC3-A057-030FD0A9AF04}"/>
              </a:ext>
            </a:extLst>
          </p:cNvPr>
          <p:cNvCxnSpPr>
            <a:cxnSpLocks/>
            <a:stCxn id="10" idx="0"/>
            <a:endCxn id="5" idx="2"/>
          </p:cNvCxnSpPr>
          <p:nvPr/>
        </p:nvCxnSpPr>
        <p:spPr>
          <a:xfrm flipH="1" flipV="1">
            <a:off x="1554480" y="4125730"/>
            <a:ext cx="493776" cy="34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ADD1E873-6123-4D42-B01B-46F7C09C9239}"/>
              </a:ext>
            </a:extLst>
          </p:cNvPr>
          <p:cNvSpPr txBox="1"/>
          <p:nvPr/>
        </p:nvSpPr>
        <p:spPr>
          <a:xfrm>
            <a:off x="2532888" y="4449556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F[2,2]</a:t>
            </a:r>
            <a:endParaRPr lang="zh-Hans-HK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0A3C7B0-E59A-4959-BBDC-992C3CA0BFC5}"/>
              </a:ext>
            </a:extLst>
          </p:cNvPr>
          <p:cNvSpPr txBox="1"/>
          <p:nvPr/>
        </p:nvSpPr>
        <p:spPr>
          <a:xfrm>
            <a:off x="3456432" y="4451342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F[3,3]</a:t>
            </a:r>
            <a:endParaRPr lang="zh-Hans-HK" altLang="en-US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7828319-E732-4724-B2C0-264ADB88D891}"/>
              </a:ext>
            </a:extLst>
          </p:cNvPr>
          <p:cNvCxnSpPr>
            <a:cxnSpLocks/>
            <a:stCxn id="34" idx="0"/>
            <a:endCxn id="7" idx="2"/>
          </p:cNvCxnSpPr>
          <p:nvPr/>
        </p:nvCxnSpPr>
        <p:spPr>
          <a:xfrm flipH="1" flipV="1">
            <a:off x="3547872" y="4125730"/>
            <a:ext cx="457200" cy="325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56A1B94-3589-4BF6-B3ED-238D52BF429C}"/>
              </a:ext>
            </a:extLst>
          </p:cNvPr>
          <p:cNvCxnSpPr>
            <a:cxnSpLocks/>
            <a:stCxn id="32" idx="0"/>
            <a:endCxn id="7" idx="2"/>
          </p:cNvCxnSpPr>
          <p:nvPr/>
        </p:nvCxnSpPr>
        <p:spPr>
          <a:xfrm flipV="1">
            <a:off x="3081528" y="4125730"/>
            <a:ext cx="466344" cy="3238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7AF0A16-49AC-48D8-B0EF-B896040E9F37}"/>
              </a:ext>
            </a:extLst>
          </p:cNvPr>
          <p:cNvSpPr txBox="1"/>
          <p:nvPr/>
        </p:nvSpPr>
        <p:spPr>
          <a:xfrm>
            <a:off x="7447788" y="303546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Hans-HK" altLang="en-US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E64F66D-C479-43D0-A439-0A63C1859588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 flipH="1">
            <a:off x="3840480" y="2815459"/>
            <a:ext cx="1545336" cy="245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CE1F20D-10D3-489C-B587-5B20BE986E02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5385816" y="2815459"/>
            <a:ext cx="347472" cy="251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EC0DBAA5-C23F-4232-8219-58E53834A5C3}"/>
              </a:ext>
            </a:extLst>
          </p:cNvPr>
          <p:cNvCxnSpPr>
            <a:cxnSpLocks/>
            <a:stCxn id="16" idx="2"/>
            <a:endCxn id="41" idx="0"/>
          </p:cNvCxnSpPr>
          <p:nvPr/>
        </p:nvCxnSpPr>
        <p:spPr>
          <a:xfrm>
            <a:off x="5385816" y="2815459"/>
            <a:ext cx="2610612" cy="220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55E62DE7-65D6-482A-909E-F412A6ECDEA8}"/>
              </a:ext>
            </a:extLst>
          </p:cNvPr>
          <p:cNvSpPr txBox="1"/>
          <p:nvPr/>
        </p:nvSpPr>
        <p:spPr>
          <a:xfrm>
            <a:off x="4892040" y="375639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F[2,</a:t>
            </a:r>
            <a:r>
              <a:rPr lang="en-US" altLang="zh-CN" dirty="0"/>
              <a:t>3</a:t>
            </a:r>
            <a:r>
              <a:rPr lang="en-US" altLang="zh-Hans-HK" dirty="0"/>
              <a:t>]</a:t>
            </a:r>
            <a:endParaRPr lang="zh-Hans-HK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F41D5F2-C743-4FCA-9B90-F9CFE9F6D57A}"/>
              </a:ext>
            </a:extLst>
          </p:cNvPr>
          <p:cNvSpPr txBox="1"/>
          <p:nvPr/>
        </p:nvSpPr>
        <p:spPr>
          <a:xfrm>
            <a:off x="6899148" y="376464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</a:t>
            </a:r>
            <a:r>
              <a:rPr lang="en-US" altLang="zh-CN" dirty="0"/>
              <a:t>3</a:t>
            </a:r>
            <a:r>
              <a:rPr lang="en-US" altLang="zh-Hans-HK" dirty="0"/>
              <a:t>,4]</a:t>
            </a:r>
            <a:endParaRPr lang="zh-Hans-HK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DBD225-0051-4ED4-A9C4-EC8B29914F5E}"/>
              </a:ext>
            </a:extLst>
          </p:cNvPr>
          <p:cNvSpPr txBox="1"/>
          <p:nvPr/>
        </p:nvSpPr>
        <p:spPr>
          <a:xfrm>
            <a:off x="7818120" y="375639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F[2,2]</a:t>
            </a:r>
            <a:endParaRPr lang="zh-Hans-HK" altLang="en-US" dirty="0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C8BA987-4504-4AA5-900C-CB454201AC50}"/>
              </a:ext>
            </a:extLst>
          </p:cNvPr>
          <p:cNvCxnSpPr>
            <a:cxnSpLocks/>
            <a:stCxn id="17" idx="2"/>
            <a:endCxn id="52" idx="0"/>
          </p:cNvCxnSpPr>
          <p:nvPr/>
        </p:nvCxnSpPr>
        <p:spPr>
          <a:xfrm flipH="1">
            <a:off x="5440680" y="3435804"/>
            <a:ext cx="292608" cy="320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4CAFBCF-A8B3-47D1-8149-C67CF202D312}"/>
              </a:ext>
            </a:extLst>
          </p:cNvPr>
          <p:cNvCxnSpPr>
            <a:cxnSpLocks/>
            <a:stCxn id="17" idx="2"/>
            <a:endCxn id="53" idx="0"/>
          </p:cNvCxnSpPr>
          <p:nvPr/>
        </p:nvCxnSpPr>
        <p:spPr>
          <a:xfrm>
            <a:off x="5733288" y="3435804"/>
            <a:ext cx="1714500" cy="328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59C7944-39ED-4624-B170-714815BD4330}"/>
              </a:ext>
            </a:extLst>
          </p:cNvPr>
          <p:cNvCxnSpPr>
            <a:cxnSpLocks/>
            <a:stCxn id="17" idx="2"/>
            <a:endCxn id="55" idx="0"/>
          </p:cNvCxnSpPr>
          <p:nvPr/>
        </p:nvCxnSpPr>
        <p:spPr>
          <a:xfrm>
            <a:off x="5733288" y="3435804"/>
            <a:ext cx="2633472" cy="320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7F08150D-2AFD-4553-B364-00D51BFC73DB}"/>
              </a:ext>
            </a:extLst>
          </p:cNvPr>
          <p:cNvSpPr txBox="1"/>
          <p:nvPr/>
        </p:nvSpPr>
        <p:spPr>
          <a:xfrm>
            <a:off x="4489706" y="4469630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F[2,</a:t>
            </a:r>
            <a:r>
              <a:rPr lang="en-US" altLang="zh-CN" dirty="0"/>
              <a:t>2</a:t>
            </a:r>
            <a:r>
              <a:rPr lang="en-US" altLang="zh-Hans-HK" dirty="0"/>
              <a:t>]</a:t>
            </a:r>
            <a:endParaRPr lang="zh-Hans-HK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1E43B18-404D-4F9C-8FD1-F012F95F1341}"/>
              </a:ext>
            </a:extLst>
          </p:cNvPr>
          <p:cNvSpPr txBox="1"/>
          <p:nvPr/>
        </p:nvSpPr>
        <p:spPr>
          <a:xfrm>
            <a:off x="5317236" y="4469630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</a:t>
            </a:r>
            <a:r>
              <a:rPr lang="en-US" altLang="zh-CN" dirty="0"/>
              <a:t>3</a:t>
            </a:r>
            <a:r>
              <a:rPr lang="en-US" altLang="zh-Hans-HK" dirty="0"/>
              <a:t>,</a:t>
            </a:r>
            <a:r>
              <a:rPr lang="en-US" altLang="zh-CN" dirty="0"/>
              <a:t>3</a:t>
            </a:r>
            <a:r>
              <a:rPr lang="en-US" altLang="zh-Hans-HK" dirty="0"/>
              <a:t>]</a:t>
            </a:r>
            <a:endParaRPr lang="zh-Hans-HK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C5A1840-8C37-4405-B389-EAC0F5A3CFCC}"/>
              </a:ext>
            </a:extLst>
          </p:cNvPr>
          <p:cNvSpPr txBox="1"/>
          <p:nvPr/>
        </p:nvSpPr>
        <p:spPr>
          <a:xfrm>
            <a:off x="6547104" y="446784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</a:t>
            </a:r>
            <a:r>
              <a:rPr lang="en-US" altLang="zh-CN" dirty="0"/>
              <a:t>3</a:t>
            </a:r>
            <a:r>
              <a:rPr lang="en-US" altLang="zh-Hans-HK" dirty="0"/>
              <a:t>,</a:t>
            </a:r>
            <a:r>
              <a:rPr lang="en-US" altLang="zh-CN" dirty="0"/>
              <a:t>3</a:t>
            </a:r>
            <a:r>
              <a:rPr lang="en-US" altLang="zh-Hans-HK" dirty="0"/>
              <a:t>]</a:t>
            </a:r>
            <a:endParaRPr lang="zh-Hans-HK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3FBB4FA-B85B-49A1-93C2-E7789A1491EA}"/>
              </a:ext>
            </a:extLst>
          </p:cNvPr>
          <p:cNvSpPr txBox="1"/>
          <p:nvPr/>
        </p:nvSpPr>
        <p:spPr>
          <a:xfrm>
            <a:off x="7598664" y="446784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</a:t>
            </a:r>
            <a:r>
              <a:rPr lang="en-US" altLang="zh-CN" dirty="0"/>
              <a:t>4</a:t>
            </a:r>
            <a:r>
              <a:rPr lang="en-US" altLang="zh-Hans-HK" dirty="0"/>
              <a:t>,</a:t>
            </a:r>
            <a:r>
              <a:rPr lang="en-US" altLang="zh-CN" dirty="0"/>
              <a:t>4</a:t>
            </a:r>
            <a:r>
              <a:rPr lang="en-US" altLang="zh-Hans-HK" dirty="0"/>
              <a:t>]</a:t>
            </a:r>
            <a:endParaRPr lang="zh-Hans-HK" altLang="en-US" dirty="0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39EAD6B2-CD88-4247-B9DA-E58F1A86C631}"/>
              </a:ext>
            </a:extLst>
          </p:cNvPr>
          <p:cNvCxnSpPr>
            <a:cxnSpLocks/>
            <a:stCxn id="52" idx="2"/>
            <a:endCxn id="66" idx="0"/>
          </p:cNvCxnSpPr>
          <p:nvPr/>
        </p:nvCxnSpPr>
        <p:spPr>
          <a:xfrm flipH="1">
            <a:off x="5038346" y="4125730"/>
            <a:ext cx="402334" cy="34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B9423FBE-7587-4EF2-A753-6FC0903E9E3A}"/>
              </a:ext>
            </a:extLst>
          </p:cNvPr>
          <p:cNvCxnSpPr>
            <a:cxnSpLocks/>
            <a:stCxn id="67" idx="0"/>
            <a:endCxn id="52" idx="2"/>
          </p:cNvCxnSpPr>
          <p:nvPr/>
        </p:nvCxnSpPr>
        <p:spPr>
          <a:xfrm flipH="1" flipV="1">
            <a:off x="5440680" y="4125730"/>
            <a:ext cx="425196" cy="34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03CF0BF-1EBF-468E-BA33-6F1570764F05}"/>
              </a:ext>
            </a:extLst>
          </p:cNvPr>
          <p:cNvCxnSpPr>
            <a:cxnSpLocks/>
            <a:stCxn id="53" idx="2"/>
            <a:endCxn id="68" idx="0"/>
          </p:cNvCxnSpPr>
          <p:nvPr/>
        </p:nvCxnSpPr>
        <p:spPr>
          <a:xfrm flipH="1">
            <a:off x="7095744" y="4133980"/>
            <a:ext cx="352044" cy="333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03C4D589-2952-4DF8-A921-784C03846D4F}"/>
              </a:ext>
            </a:extLst>
          </p:cNvPr>
          <p:cNvSpPr txBox="1"/>
          <p:nvPr/>
        </p:nvSpPr>
        <p:spPr>
          <a:xfrm>
            <a:off x="5904738" y="375639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dirty="0"/>
              <a:t>F[</a:t>
            </a:r>
            <a:r>
              <a:rPr lang="en-US" altLang="zh-CN" dirty="0"/>
              <a:t>4</a:t>
            </a:r>
            <a:r>
              <a:rPr lang="en-US" altLang="zh-Hans-HK" dirty="0"/>
              <a:t>,</a:t>
            </a:r>
            <a:r>
              <a:rPr lang="en-US" altLang="zh-CN" dirty="0"/>
              <a:t>4</a:t>
            </a:r>
            <a:r>
              <a:rPr lang="en-US" altLang="zh-Hans-HK" dirty="0"/>
              <a:t>]</a:t>
            </a:r>
            <a:endParaRPr lang="zh-Hans-HK" altLang="en-US" dirty="0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6791355B-E071-48F6-9F0D-6C65499EF958}"/>
              </a:ext>
            </a:extLst>
          </p:cNvPr>
          <p:cNvCxnSpPr>
            <a:cxnSpLocks/>
            <a:stCxn id="17" idx="2"/>
            <a:endCxn id="86" idx="0"/>
          </p:cNvCxnSpPr>
          <p:nvPr/>
        </p:nvCxnSpPr>
        <p:spPr>
          <a:xfrm>
            <a:off x="5733288" y="3435804"/>
            <a:ext cx="720090" cy="320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DD485A95-3DB0-4B5B-BEA4-C4D639D63915}"/>
              </a:ext>
            </a:extLst>
          </p:cNvPr>
          <p:cNvCxnSpPr>
            <a:cxnSpLocks/>
            <a:stCxn id="69" idx="0"/>
            <a:endCxn id="53" idx="2"/>
          </p:cNvCxnSpPr>
          <p:nvPr/>
        </p:nvCxnSpPr>
        <p:spPr>
          <a:xfrm flipH="1" flipV="1">
            <a:off x="7447788" y="4133980"/>
            <a:ext cx="699516" cy="333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内容占位符 2">
            <a:extLst>
              <a:ext uri="{FF2B5EF4-FFF2-40B4-BE49-F238E27FC236}">
                <a16:creationId xmlns:a16="http://schemas.microsoft.com/office/drawing/2014/main" id="{A834BB1F-EADA-477C-A329-60358E7E3691}"/>
              </a:ext>
            </a:extLst>
          </p:cNvPr>
          <p:cNvSpPr txBox="1">
            <a:spLocks/>
          </p:cNvSpPr>
          <p:nvPr/>
        </p:nvSpPr>
        <p:spPr>
          <a:xfrm>
            <a:off x="851385" y="5263477"/>
            <a:ext cx="7404653" cy="943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动态规划只需计算依次</a:t>
            </a:r>
            <a:r>
              <a:rPr lang="en-US" altLang="zh-CN" sz="2400" dirty="0"/>
              <a:t>F[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][j]</a:t>
            </a:r>
            <a:r>
              <a:rPr lang="zh-CN" altLang="en-US" sz="2400" dirty="0"/>
              <a:t>，对每个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i,j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从这种角度来说，</a:t>
            </a:r>
            <a:r>
              <a:rPr lang="en-US" altLang="zh-CN" sz="2400" dirty="0"/>
              <a:t>DP</a:t>
            </a:r>
            <a:r>
              <a:rPr lang="zh-CN" altLang="en-US" sz="2400" dirty="0"/>
              <a:t>改进了暴力递归的算法。</a:t>
            </a:r>
            <a:endParaRPr lang="en-US" altLang="zh-CN" sz="2400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16672F1-E1CD-A845-A4D6-F490A97D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263140"/>
      </p:ext>
    </p:extLst>
  </p:cSld>
  <p:clrMapOvr>
    <a:masterClrMapping/>
  </p:clrMapOvr>
  <p:transition>
    <p:strips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E52B0F8-3340-461E-AA82-EF73F299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动态规划算法的总结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6E15566-8BFE-4AA2-B349-3F0420F0D4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难点：如何定义好子问题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lvl="1"/>
            <a:r>
              <a:rPr lang="zh-CN" altLang="en-US" sz="2800" dirty="0"/>
              <a:t>更大规模的问题需要能够小规模的问题的解求出。</a:t>
            </a:r>
            <a:endParaRPr lang="en-US" altLang="zh-CN" sz="2800" dirty="0"/>
          </a:p>
          <a:p>
            <a:pPr lvl="1"/>
            <a:r>
              <a:rPr lang="zh-CN" altLang="en-US" sz="2800" dirty="0"/>
              <a:t>有时并不容易看出问题可以动态规划来解决。</a:t>
            </a:r>
            <a:endParaRPr lang="en-US" altLang="zh-CN" sz="2800" dirty="0"/>
          </a:p>
          <a:p>
            <a:r>
              <a:rPr lang="zh-CN" altLang="en-US" sz="2800" dirty="0"/>
              <a:t>动态规划经常被运用与记数。</a:t>
            </a:r>
            <a:endParaRPr lang="en-US" altLang="zh-CN" sz="2800" dirty="0"/>
          </a:p>
          <a:p>
            <a:pPr lvl="1"/>
            <a:r>
              <a:rPr lang="en-US" altLang="zh-CN" sz="2800" dirty="0">
                <a:hlinkClick r:id="rId2"/>
              </a:rPr>
              <a:t>https://en.wikipedia.org/wiki/Dynamic_programming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在网络平台上找一些动态规划的习题：</a:t>
            </a:r>
            <a:endParaRPr lang="en-US" altLang="zh-CN" sz="2800" dirty="0"/>
          </a:p>
          <a:p>
            <a:pPr lvl="1"/>
            <a:r>
              <a:rPr lang="en-US" altLang="zh-CN" sz="2800" dirty="0">
                <a:hlinkClick r:id="rId3"/>
              </a:rPr>
              <a:t>https://leetcode.com/</a:t>
            </a:r>
            <a:endParaRPr lang="en-US" altLang="zh-CN" sz="2800" dirty="0"/>
          </a:p>
          <a:p>
            <a:pPr lvl="1"/>
            <a:r>
              <a:rPr lang="en-US" altLang="zh-Hans-HK" sz="2800" dirty="0">
                <a:hlinkClick r:id="rId4"/>
              </a:rPr>
              <a:t>https://www.luogu.com.cn/problem/list</a:t>
            </a:r>
            <a:endParaRPr lang="en-US" altLang="zh-Hans-HK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74466F-B8DF-A341-8864-3C4000BD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19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1130629"/>
      </p:ext>
    </p:extLst>
  </p:cSld>
  <p:clrMapOvr>
    <a:masterClrMapping/>
  </p:clrMapOvr>
  <p:transition>
    <p:strips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941CBD1-9DA9-DB44-A9C1-FDCD28B698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贪心算法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6E53D33-D0A8-6340-BAD4-BDC5BCD26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EAD17A-E0B7-324C-9E33-E30FA0AA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3587237"/>
      </p:ext>
    </p:extLst>
  </p:cSld>
  <p:clrMapOvr>
    <a:masterClrMapping/>
  </p:clrMapOvr>
  <p:transition>
    <p:strips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60BCB72-232D-4453-86D6-9B840E91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贪心算法思想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C06BF8-AA21-47A6-BA1A-2EBA4FB082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定义</a:t>
            </a:r>
            <a:r>
              <a:rPr lang="zh-CN" altLang="en-US" sz="2800" b="0" i="0" dirty="0">
                <a:effectLst/>
                <a:latin typeface="Arial" panose="020B0604020202020204" pitchFamily="34" charset="0"/>
              </a:rPr>
              <a:t>：</a:t>
            </a:r>
            <a:r>
              <a:rPr lang="en-US" altLang="zh-Hans-HK" sz="2800" b="0" i="0" dirty="0">
                <a:effectLst/>
                <a:latin typeface="Arial" panose="020B0604020202020204" pitchFamily="34" charset="0"/>
              </a:rPr>
              <a:t>follows the problem-solving heuristic of making the </a:t>
            </a:r>
            <a:r>
              <a:rPr lang="en-US" altLang="zh-Hans-HK" sz="28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locally optimal choice at each stage</a:t>
            </a:r>
            <a:endParaRPr lang="en-US" altLang="zh-CN" sz="2800" b="0" i="0" baseline="30000" dirty="0"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800" u="none" strike="noStrike" dirty="0">
                <a:latin typeface="Arial" panose="020B0604020202020204" pitchFamily="34" charset="0"/>
              </a:rPr>
              <a:t>按照启发式策略，在每阶段做</a:t>
            </a:r>
            <a:r>
              <a:rPr lang="zh-CN" altLang="en-US" sz="2800" u="none" strike="noStrike" dirty="0">
                <a:solidFill>
                  <a:srgbClr val="00B0F0"/>
                </a:solidFill>
                <a:latin typeface="Arial" panose="020B0604020202020204" pitchFamily="34" charset="0"/>
              </a:rPr>
              <a:t>局部最优</a:t>
            </a:r>
            <a:r>
              <a:rPr lang="zh-CN" altLang="en-US" sz="2800" u="none" strike="noStrike" dirty="0">
                <a:latin typeface="Arial" panose="020B0604020202020204" pitchFamily="34" charset="0"/>
              </a:rPr>
              <a:t>的选择。</a:t>
            </a:r>
            <a:endParaRPr lang="en-US" altLang="zh-Hans-HK" sz="2800" b="0" i="0" u="none" strike="noStrike" dirty="0"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特征</a:t>
            </a:r>
            <a:r>
              <a:rPr lang="zh-CN" altLang="en-US" sz="2800" b="0" i="0" dirty="0">
                <a:effectLst/>
                <a:latin typeface="Arial" panose="020B0604020202020204" pitchFamily="34" charset="0"/>
              </a:rPr>
              <a:t>：</a:t>
            </a:r>
            <a:r>
              <a:rPr lang="en-US" altLang="zh-Hans-HK" sz="2800" b="0" i="0" dirty="0">
                <a:effectLst/>
                <a:latin typeface="Arial" panose="020B0604020202020204" pitchFamily="34" charset="0"/>
              </a:rPr>
              <a:t>'</a:t>
            </a:r>
            <a:r>
              <a:rPr lang="en-US" altLang="zh-Hans-HK" sz="28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short sighted</a:t>
            </a:r>
            <a:r>
              <a:rPr lang="en-US" altLang="zh-Hans-HK" sz="2800" b="0" i="0" dirty="0">
                <a:effectLst/>
                <a:latin typeface="Arial" panose="020B0604020202020204" pitchFamily="34" charset="0"/>
              </a:rPr>
              <a:t>’ </a:t>
            </a:r>
            <a:r>
              <a:rPr lang="en-US" altLang="zh-CN" sz="2800" b="0" i="0" dirty="0">
                <a:effectLst/>
                <a:latin typeface="Arial" panose="020B0604020202020204" pitchFamily="34" charset="0"/>
              </a:rPr>
              <a:t>+ </a:t>
            </a:r>
            <a:r>
              <a:rPr lang="en-US" altLang="zh-Hans-HK" sz="2800" b="0" i="0" dirty="0">
                <a:effectLst/>
                <a:latin typeface="Arial" panose="020B0604020202020204" pitchFamily="34" charset="0"/>
              </a:rPr>
              <a:t>'</a:t>
            </a:r>
            <a:r>
              <a:rPr lang="en-US" altLang="zh-Hans-HK" sz="28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non-recoverable</a:t>
            </a:r>
            <a:r>
              <a:rPr lang="en-US" altLang="zh-Hans-HK" sz="2800" b="0" i="0" dirty="0">
                <a:effectLst/>
                <a:latin typeface="Arial" panose="020B0604020202020204" pitchFamily="34" charset="0"/>
              </a:rPr>
              <a:t>’</a:t>
            </a:r>
          </a:p>
          <a:p>
            <a:pPr lvl="1">
              <a:lnSpc>
                <a:spcPct val="100000"/>
              </a:lnSpc>
            </a:pPr>
            <a:r>
              <a:rPr lang="zh-CN" altLang="en-US" sz="2800" dirty="0">
                <a:latin typeface="Arial" panose="020B0604020202020204" pitchFamily="34" charset="0"/>
              </a:rPr>
              <a:t>要做决策时采取当前这一步最优的决策</a:t>
            </a:r>
            <a:r>
              <a:rPr lang="en-US" altLang="zh-CN" sz="2800" dirty="0">
                <a:latin typeface="Arial" panose="020B0604020202020204" pitchFamily="34" charset="0"/>
              </a:rPr>
              <a:t>——</a:t>
            </a:r>
            <a:r>
              <a:rPr lang="zh-CN" altLang="en-US" sz="2800" dirty="0">
                <a:latin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rgbClr val="00B0F0"/>
                </a:solidFill>
                <a:latin typeface="Arial" panose="020B0604020202020204" pitchFamily="34" charset="0"/>
              </a:rPr>
              <a:t>短视</a:t>
            </a:r>
            <a:r>
              <a:rPr lang="zh-CN" altLang="en-US" sz="2800" dirty="0">
                <a:latin typeface="Arial" panose="020B0604020202020204" pitchFamily="34" charset="0"/>
              </a:rPr>
              <a:t>”。一旦做出决策</a:t>
            </a:r>
            <a:r>
              <a:rPr lang="zh-CN" altLang="en-US" sz="2800" dirty="0">
                <a:solidFill>
                  <a:srgbClr val="00B0F0"/>
                </a:solidFill>
                <a:latin typeface="Arial" panose="020B0604020202020204" pitchFamily="34" charset="0"/>
              </a:rPr>
              <a:t>不能改变</a:t>
            </a:r>
            <a:r>
              <a:rPr lang="zh-CN" altLang="en-US" sz="2800" dirty="0">
                <a:latin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未必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能找到全局最优解。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sz="2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但对某些问题，可以设计贪心算法找到全局最优解。</a:t>
            </a:r>
            <a:endParaRPr lang="en-US" altLang="zh-CN" sz="2800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优点</a:t>
            </a:r>
            <a:r>
              <a:rPr lang="zh-CN" altLang="en-US" sz="2800" dirty="0">
                <a:latin typeface="Arial" panose="020B0604020202020204" pitchFamily="34" charset="0"/>
              </a:rPr>
              <a:t>： </a:t>
            </a:r>
            <a:r>
              <a:rPr lang="zh-CN" altLang="en-US" sz="2800" dirty="0">
                <a:solidFill>
                  <a:srgbClr val="00B0F0"/>
                </a:solidFill>
                <a:latin typeface="Arial" panose="020B0604020202020204" pitchFamily="34" charset="0"/>
              </a:rPr>
              <a:t>简洁效率高 </a:t>
            </a:r>
            <a:r>
              <a:rPr lang="en-US" altLang="zh-CN" sz="2800" dirty="0">
                <a:latin typeface="Arial" panose="020B0604020202020204" pitchFamily="34" charset="0"/>
              </a:rPr>
              <a:t>&amp; </a:t>
            </a:r>
            <a:r>
              <a:rPr lang="zh-CN" altLang="en-US" sz="2800" dirty="0">
                <a:latin typeface="Arial" panose="020B0604020202020204" pitchFamily="34" charset="0"/>
              </a:rPr>
              <a:t>常常能得到很好的</a:t>
            </a:r>
            <a:r>
              <a:rPr lang="zh-CN" altLang="en-US" sz="2800" dirty="0">
                <a:solidFill>
                  <a:srgbClr val="00B0F0"/>
                </a:solidFill>
                <a:latin typeface="Arial" panose="020B0604020202020204" pitchFamily="34" charset="0"/>
              </a:rPr>
              <a:t>近似解</a:t>
            </a:r>
            <a:endParaRPr lang="en-US" altLang="zh-CN" sz="2800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EC57EB-F506-BA40-91BF-4DB1A88A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574098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9F7A7-8544-4DB5-BD94-B240425F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贪心算法举例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4344B-2D64-4FB9-8F3E-82A07382991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00B050"/>
                </a:solidFill>
              </a:rPr>
              <a:t>最大订单问题</a:t>
            </a:r>
            <a:endParaRPr lang="en-US" altLang="zh-CN" sz="2800" dirty="0"/>
          </a:p>
          <a:p>
            <a:pPr lvl="1">
              <a:lnSpc>
                <a:spcPct val="100000"/>
              </a:lnSpc>
            </a:pPr>
            <a:r>
              <a:rPr lang="en-US" altLang="zh-CN" sz="2800" dirty="0"/>
              <a:t>【</a:t>
            </a:r>
            <a:r>
              <a:rPr lang="zh-CN" altLang="en-US" sz="2800" dirty="0"/>
              <a:t>问题描述</a:t>
            </a:r>
            <a:r>
              <a:rPr lang="en-US" altLang="zh-CN" sz="2800" dirty="0"/>
              <a:t>】</a:t>
            </a:r>
            <a:r>
              <a:rPr lang="zh-CN" altLang="en-US" sz="2800" dirty="0"/>
              <a:t>假设酒店有</a:t>
            </a:r>
            <a:r>
              <a:rPr lang="en-US" altLang="zh-CN" sz="2800" dirty="0">
                <a:solidFill>
                  <a:srgbClr val="92D050"/>
                </a:solidFill>
              </a:rPr>
              <a:t>n</a:t>
            </a:r>
            <a:r>
              <a:rPr lang="zh-CN" altLang="en-US" sz="2800" dirty="0">
                <a:solidFill>
                  <a:srgbClr val="92D050"/>
                </a:solidFill>
              </a:rPr>
              <a:t>个订单</a:t>
            </a:r>
            <a:r>
              <a:rPr lang="zh-CN" altLang="en-US" sz="2800" dirty="0"/>
              <a:t>，每个订单用</a:t>
            </a:r>
            <a:r>
              <a:rPr lang="en-US" altLang="zh-CN" sz="2800" dirty="0"/>
              <a:t>(</a:t>
            </a:r>
            <a:r>
              <a:rPr lang="en-US" altLang="zh-CN" sz="2800" dirty="0" err="1">
                <a:solidFill>
                  <a:srgbClr val="92D050"/>
                </a:solidFill>
              </a:rPr>
              <a:t>s</a:t>
            </a:r>
            <a:r>
              <a:rPr lang="en-US" altLang="zh-CN" sz="2800" baseline="-25000" dirty="0" err="1">
                <a:solidFill>
                  <a:srgbClr val="92D050"/>
                </a:solidFill>
              </a:rPr>
              <a:t>i</a:t>
            </a:r>
            <a:r>
              <a:rPr lang="en-US" altLang="zh-CN" sz="2800" dirty="0" err="1">
                <a:solidFill>
                  <a:srgbClr val="92D050"/>
                </a:solidFill>
              </a:rPr>
              <a:t>,t</a:t>
            </a:r>
            <a:r>
              <a:rPr lang="en-US" altLang="zh-CN" sz="2800" baseline="-25000" dirty="0" err="1">
                <a:solidFill>
                  <a:srgbClr val="92D050"/>
                </a:solidFill>
              </a:rPr>
              <a:t>i</a:t>
            </a:r>
            <a:r>
              <a:rPr lang="en-US" altLang="zh-CN" sz="2800" dirty="0"/>
              <a:t>)</a:t>
            </a:r>
            <a:r>
              <a:rPr lang="zh-CN" altLang="en-US" sz="2800" dirty="0"/>
              <a:t>描述，表示说客人想在第</a:t>
            </a:r>
            <a:r>
              <a:rPr lang="en-US" altLang="zh-CN" sz="2800" dirty="0" err="1">
                <a:solidFill>
                  <a:srgbClr val="92D050"/>
                </a:solidFill>
              </a:rPr>
              <a:t>s</a:t>
            </a:r>
            <a:r>
              <a:rPr lang="en-US" altLang="zh-CN" sz="2800" baseline="-25000" dirty="0" err="1">
                <a:solidFill>
                  <a:srgbClr val="92D050"/>
                </a:solidFill>
              </a:rPr>
              <a:t>i</a:t>
            </a:r>
            <a:r>
              <a:rPr lang="zh-CN" altLang="en-US" sz="2800" dirty="0"/>
              <a:t>天入住，第</a:t>
            </a:r>
            <a:r>
              <a:rPr lang="en-US" altLang="zh-CN" sz="2800" dirty="0" err="1">
                <a:solidFill>
                  <a:srgbClr val="92D050"/>
                </a:solidFill>
              </a:rPr>
              <a:t>t</a:t>
            </a:r>
            <a:r>
              <a:rPr lang="en-US" altLang="zh-CN" sz="2800" baseline="-25000" dirty="0" err="1">
                <a:solidFill>
                  <a:srgbClr val="92D050"/>
                </a:solidFill>
              </a:rPr>
              <a:t>i</a:t>
            </a:r>
            <a:r>
              <a:rPr lang="zh-CN" altLang="en-US" sz="2800" dirty="0"/>
              <a:t>天退房。</a:t>
            </a:r>
            <a:br>
              <a:rPr lang="en-US" altLang="zh-CN" sz="2800" dirty="0"/>
            </a:br>
            <a:r>
              <a:rPr lang="zh-CN" altLang="en-US" sz="2800" dirty="0"/>
              <a:t>假设酒店只有</a:t>
            </a:r>
            <a:r>
              <a:rPr lang="en-US" altLang="zh-CN" sz="2800" b="1" dirty="0">
                <a:solidFill>
                  <a:srgbClr val="00B0F0"/>
                </a:solidFill>
              </a:rPr>
              <a:t>1</a:t>
            </a:r>
            <a:r>
              <a:rPr lang="zh-CN" altLang="en-US" sz="2800" b="1" dirty="0">
                <a:solidFill>
                  <a:srgbClr val="00B0F0"/>
                </a:solidFill>
              </a:rPr>
              <a:t>间客房</a:t>
            </a:r>
            <a:r>
              <a:rPr lang="zh-CN" altLang="en-US" sz="2800" dirty="0"/>
              <a:t>。问最多能接受多少订单？</a:t>
            </a:r>
            <a:endParaRPr lang="en-US" altLang="zh-CN" sz="2800" dirty="0"/>
          </a:p>
          <a:p>
            <a:pPr marL="205740" lvl="1" indent="0">
              <a:lnSpc>
                <a:spcPct val="100000"/>
              </a:lnSpc>
              <a:buNone/>
            </a:pPr>
            <a:endParaRPr lang="en-US" altLang="zh-Hans-HK" sz="3200" dirty="0"/>
          </a:p>
          <a:p>
            <a:pPr marL="205740" lvl="1" indent="0">
              <a:lnSpc>
                <a:spcPct val="100000"/>
              </a:lnSpc>
              <a:buNone/>
            </a:pPr>
            <a:endParaRPr lang="en-US" altLang="zh-CN" sz="3200" dirty="0"/>
          </a:p>
          <a:p>
            <a:pPr marL="205740" lvl="1" indent="0">
              <a:lnSpc>
                <a:spcPct val="100000"/>
              </a:lnSpc>
              <a:buNone/>
            </a:pPr>
            <a:endParaRPr lang="en-US" altLang="zh-Hans-HK" sz="3200" dirty="0"/>
          </a:p>
          <a:p>
            <a:pPr marL="205740" lvl="1" indent="0">
              <a:lnSpc>
                <a:spcPct val="100000"/>
              </a:lnSpc>
              <a:buNone/>
            </a:pPr>
            <a:r>
              <a:rPr lang="zh-CN" altLang="en-US" sz="2800" dirty="0"/>
              <a:t>算法</a:t>
            </a:r>
            <a:r>
              <a:rPr lang="en-US" altLang="zh-CN" sz="2800" dirty="0"/>
              <a:t>1</a:t>
            </a:r>
            <a:r>
              <a:rPr lang="zh-CN" altLang="en-US" sz="2800" dirty="0"/>
              <a:t>：不断地挑选订单，每次挑</a:t>
            </a:r>
            <a:r>
              <a:rPr lang="zh-CN" altLang="en-US" sz="2800" dirty="0">
                <a:solidFill>
                  <a:srgbClr val="00B0F0"/>
                </a:solidFill>
              </a:rPr>
              <a:t>长度最短</a:t>
            </a:r>
            <a:r>
              <a:rPr lang="zh-CN" altLang="en-US" sz="2800" dirty="0"/>
              <a:t>的订单。</a:t>
            </a:r>
            <a:endParaRPr lang="en-US" altLang="zh-CN" sz="2800" dirty="0"/>
          </a:p>
          <a:p>
            <a:pPr marL="205740" lvl="1" indent="0">
              <a:lnSpc>
                <a:spcPct val="100000"/>
              </a:lnSpc>
              <a:buNone/>
            </a:pPr>
            <a:r>
              <a:rPr lang="en-US" altLang="zh-Hans-HK" sz="2400" dirty="0"/>
              <a:t>                                                      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0E2125-27E9-41B0-B367-B4C2469FC8BD}"/>
              </a:ext>
            </a:extLst>
          </p:cNvPr>
          <p:cNvSpPr/>
          <p:nvPr/>
        </p:nvSpPr>
        <p:spPr>
          <a:xfrm>
            <a:off x="3308871" y="3421013"/>
            <a:ext cx="1011115" cy="2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CFAC21-518E-49B1-887B-5454AEE26DBD}"/>
              </a:ext>
            </a:extLst>
          </p:cNvPr>
          <p:cNvSpPr/>
          <p:nvPr/>
        </p:nvSpPr>
        <p:spPr>
          <a:xfrm>
            <a:off x="5150894" y="3421013"/>
            <a:ext cx="1011115" cy="2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BCD11F-60E1-4543-A477-55FA15FC386A}"/>
              </a:ext>
            </a:extLst>
          </p:cNvPr>
          <p:cNvSpPr/>
          <p:nvPr/>
        </p:nvSpPr>
        <p:spPr>
          <a:xfrm>
            <a:off x="4210083" y="3732261"/>
            <a:ext cx="1403317" cy="2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2A59637-73C1-412C-AC06-34FC822CCBF5}"/>
              </a:ext>
            </a:extLst>
          </p:cNvPr>
          <p:cNvGrpSpPr/>
          <p:nvPr/>
        </p:nvGrpSpPr>
        <p:grpSpPr>
          <a:xfrm>
            <a:off x="1683728" y="5451376"/>
            <a:ext cx="2888272" cy="763026"/>
            <a:chOff x="1683728" y="5451376"/>
            <a:chExt cx="2888272" cy="763026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DD9F6E6-DCD2-4689-9797-F2D9B885632A}"/>
                </a:ext>
              </a:extLst>
            </p:cNvPr>
            <p:cNvGrpSpPr/>
            <p:nvPr/>
          </p:nvGrpSpPr>
          <p:grpSpPr>
            <a:xfrm>
              <a:off x="4210083" y="5855674"/>
              <a:ext cx="361917" cy="358728"/>
              <a:chOff x="5810283" y="3979397"/>
              <a:chExt cx="361917" cy="358728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563F564-48E4-4F1F-8443-303B09AE5914}"/>
                  </a:ext>
                </a:extLst>
              </p:cNvPr>
              <p:cNvCxnSpPr/>
              <p:nvPr/>
            </p:nvCxnSpPr>
            <p:spPr>
              <a:xfrm>
                <a:off x="5820508" y="3982915"/>
                <a:ext cx="351692" cy="35169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3B3B8C4E-44C4-400F-8E36-EB3D57031F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10283" y="3979397"/>
                <a:ext cx="351692" cy="3587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29B70B8-58A9-4BD9-9D56-D204BB3C0CDB}"/>
                </a:ext>
              </a:extLst>
            </p:cNvPr>
            <p:cNvSpPr/>
            <p:nvPr/>
          </p:nvSpPr>
          <p:spPr>
            <a:xfrm>
              <a:off x="1683728" y="5451376"/>
              <a:ext cx="1011115" cy="219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147B7AF-3654-44B0-A780-A1B5CB0AEDBD}"/>
                </a:ext>
              </a:extLst>
            </p:cNvPr>
            <p:cNvSpPr/>
            <p:nvPr/>
          </p:nvSpPr>
          <p:spPr>
            <a:xfrm>
              <a:off x="3090498" y="5451376"/>
              <a:ext cx="1011115" cy="219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B1472CC-B86E-4EF2-8C75-611D42304CAA}"/>
                </a:ext>
              </a:extLst>
            </p:cNvPr>
            <p:cNvSpPr/>
            <p:nvPr/>
          </p:nvSpPr>
          <p:spPr>
            <a:xfrm>
              <a:off x="2584940" y="5762624"/>
              <a:ext cx="628649" cy="219808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3DFCC1-8797-4342-B18E-D74CA7B0B2A0}"/>
              </a:ext>
            </a:extLst>
          </p:cNvPr>
          <p:cNvGrpSpPr/>
          <p:nvPr/>
        </p:nvGrpSpPr>
        <p:grpSpPr>
          <a:xfrm>
            <a:off x="5260797" y="5451376"/>
            <a:ext cx="2417885" cy="531056"/>
            <a:chOff x="5260797" y="5451376"/>
            <a:chExt cx="2417885" cy="53105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086DC1A-F203-406F-940A-1A940CA1FF23}"/>
                </a:ext>
              </a:extLst>
            </p:cNvPr>
            <p:cNvSpPr/>
            <p:nvPr/>
          </p:nvSpPr>
          <p:spPr>
            <a:xfrm>
              <a:off x="5260797" y="5451376"/>
              <a:ext cx="1011115" cy="219808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C2142E1-7924-434C-A1FA-7CFC91EE0616}"/>
                </a:ext>
              </a:extLst>
            </p:cNvPr>
            <p:cNvSpPr/>
            <p:nvPr/>
          </p:nvSpPr>
          <p:spPr>
            <a:xfrm>
              <a:off x="6667567" y="5451376"/>
              <a:ext cx="1011115" cy="219808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A0E4F67-AEA3-4703-B3A2-DF0293A25561}"/>
                </a:ext>
              </a:extLst>
            </p:cNvPr>
            <p:cNvSpPr/>
            <p:nvPr/>
          </p:nvSpPr>
          <p:spPr>
            <a:xfrm>
              <a:off x="6162009" y="5762624"/>
              <a:ext cx="628649" cy="219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8E722D7D-8389-40C3-BF27-3E2470EC8478}"/>
              </a:ext>
            </a:extLst>
          </p:cNvPr>
          <p:cNvSpPr/>
          <p:nvPr/>
        </p:nvSpPr>
        <p:spPr>
          <a:xfrm>
            <a:off x="2584940" y="3732261"/>
            <a:ext cx="1011115" cy="2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A7208D6-D5DE-2941-9144-4C919358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746449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EE425-C61D-4DF8-ADDB-C934222A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贪心算法举例</a:t>
            </a:r>
            <a:r>
              <a:rPr lang="en-US" altLang="zh-CN" dirty="0">
                <a:solidFill>
                  <a:schemeClr val="bg1"/>
                </a:solidFill>
              </a:rPr>
              <a:t>1 (continue)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ABEAE-74D9-4BEC-B702-EC81E7E26D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算法</a:t>
            </a:r>
            <a:r>
              <a:rPr lang="en-US" altLang="zh-CN" sz="2400" dirty="0"/>
              <a:t>2</a:t>
            </a:r>
            <a:r>
              <a:rPr lang="zh-CN" altLang="en-US" sz="2400" dirty="0"/>
              <a:t>：不断的挑选订单，</a:t>
            </a:r>
            <a:endParaRPr lang="en-US" altLang="zh-CN" sz="2400" dirty="0"/>
          </a:p>
          <a:p>
            <a:pPr lvl="1"/>
            <a:r>
              <a:rPr lang="zh-CN" altLang="en-US" sz="2400" dirty="0"/>
              <a:t>每次挑</a:t>
            </a:r>
            <a:r>
              <a:rPr lang="zh-CN" altLang="en-US" sz="2400" dirty="0">
                <a:solidFill>
                  <a:srgbClr val="00B0F0"/>
                </a:solidFill>
              </a:rPr>
              <a:t>结束日期最早</a:t>
            </a:r>
            <a:r>
              <a:rPr lang="zh-CN" altLang="en-US" sz="2400" dirty="0"/>
              <a:t>的订单。</a:t>
            </a:r>
            <a:endParaRPr lang="en-US" altLang="zh-CN" sz="2400" dirty="0"/>
          </a:p>
          <a:p>
            <a:r>
              <a:rPr lang="zh-CN" altLang="en-US" sz="2400" dirty="0"/>
              <a:t>正确性证明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chemeClr val="accent2"/>
                </a:solidFill>
              </a:rPr>
              <a:t>设</a:t>
            </a:r>
            <a:r>
              <a:rPr lang="en-US" altLang="zh-CN" sz="2400" dirty="0">
                <a:solidFill>
                  <a:schemeClr val="accent2"/>
                </a:solidFill>
              </a:rPr>
              <a:t>t</a:t>
            </a:r>
            <a:r>
              <a:rPr lang="en-US" altLang="zh-CN" sz="2400" baseline="-25000" dirty="0">
                <a:solidFill>
                  <a:schemeClr val="accent2"/>
                </a:solidFill>
              </a:rPr>
              <a:t>a</a:t>
            </a:r>
            <a:r>
              <a:rPr lang="zh-CN" altLang="en-US" sz="2400" dirty="0">
                <a:solidFill>
                  <a:schemeClr val="accent2"/>
                </a:solidFill>
              </a:rPr>
              <a:t>最小。假设订单</a:t>
            </a:r>
            <a:r>
              <a:rPr lang="en-US" altLang="zh-CN" sz="2400" dirty="0">
                <a:solidFill>
                  <a:schemeClr val="accent2"/>
                </a:solidFill>
              </a:rPr>
              <a:t>a</a:t>
            </a:r>
            <a:r>
              <a:rPr lang="zh-CN" altLang="en-US" sz="2400" dirty="0">
                <a:solidFill>
                  <a:schemeClr val="accent2"/>
                </a:solidFill>
              </a:rPr>
              <a:t>未接受。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/>
            <a:r>
              <a:rPr lang="zh-CN" altLang="en-US" sz="2400" dirty="0">
                <a:solidFill>
                  <a:schemeClr val="accent2"/>
                </a:solidFill>
              </a:rPr>
              <a:t>假设接受订单中最早结束的订单为</a:t>
            </a:r>
            <a:r>
              <a:rPr lang="en-US" altLang="zh-CN" sz="2400" dirty="0">
                <a:solidFill>
                  <a:schemeClr val="accent2"/>
                </a:solidFill>
              </a:rPr>
              <a:t>b</a:t>
            </a:r>
            <a:r>
              <a:rPr lang="zh-CN" altLang="en-US" sz="2400" dirty="0">
                <a:solidFill>
                  <a:schemeClr val="accent2"/>
                </a:solidFill>
              </a:rPr>
              <a:t>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/>
            <a:r>
              <a:rPr lang="zh-CN" altLang="en-US" sz="2400" dirty="0">
                <a:solidFill>
                  <a:schemeClr val="accent2"/>
                </a:solidFill>
              </a:rPr>
              <a:t>去掉订单</a:t>
            </a:r>
            <a:r>
              <a:rPr lang="en-US" altLang="zh-CN" sz="2400" dirty="0">
                <a:solidFill>
                  <a:schemeClr val="accent2"/>
                </a:solidFill>
              </a:rPr>
              <a:t>b</a:t>
            </a:r>
            <a:r>
              <a:rPr lang="zh-CN" altLang="en-US" sz="2400" dirty="0">
                <a:solidFill>
                  <a:schemeClr val="accent2"/>
                </a:solidFill>
              </a:rPr>
              <a:t>，加入订单</a:t>
            </a:r>
            <a:r>
              <a:rPr lang="en-US" altLang="zh-CN" sz="2400" dirty="0">
                <a:solidFill>
                  <a:schemeClr val="accent2"/>
                </a:solidFill>
              </a:rPr>
              <a:t>a</a:t>
            </a:r>
            <a:r>
              <a:rPr lang="zh-CN" altLang="en-US" sz="2400" dirty="0">
                <a:solidFill>
                  <a:schemeClr val="accent2"/>
                </a:solidFill>
              </a:rPr>
              <a:t>，仍然是最优的。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/>
            <a:r>
              <a:rPr lang="zh-CN" altLang="en-US" sz="2400" dirty="0">
                <a:solidFill>
                  <a:schemeClr val="accent2"/>
                </a:solidFill>
              </a:rPr>
              <a:t>也就是说，必然存在一个最优解，它接受了订单</a:t>
            </a:r>
            <a:r>
              <a:rPr lang="en-US" altLang="zh-CN" sz="2400" dirty="0">
                <a:solidFill>
                  <a:schemeClr val="accent2"/>
                </a:solidFill>
              </a:rPr>
              <a:t>a</a:t>
            </a:r>
            <a:r>
              <a:rPr lang="zh-CN" altLang="en-US" sz="2400" dirty="0">
                <a:solidFill>
                  <a:schemeClr val="accent2"/>
                </a:solidFill>
              </a:rPr>
              <a:t>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endParaRPr lang="zh-Hans-HK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67404C-3372-457F-A34F-C0AB1FDF73EC}"/>
              </a:ext>
            </a:extLst>
          </p:cNvPr>
          <p:cNvSpPr/>
          <p:nvPr/>
        </p:nvSpPr>
        <p:spPr>
          <a:xfrm>
            <a:off x="5468815" y="1762124"/>
            <a:ext cx="1011115" cy="219808"/>
          </a:xfrm>
          <a:prstGeom prst="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B7FC01-EC40-4567-8298-F1F788BD5D80}"/>
              </a:ext>
            </a:extLst>
          </p:cNvPr>
          <p:cNvSpPr/>
          <p:nvPr/>
        </p:nvSpPr>
        <p:spPr>
          <a:xfrm>
            <a:off x="6875585" y="1762124"/>
            <a:ext cx="1011115" cy="2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742AE1-0DC7-4EE8-AFBD-2F4EC1C195D0}"/>
              </a:ext>
            </a:extLst>
          </p:cNvPr>
          <p:cNvSpPr/>
          <p:nvPr/>
        </p:nvSpPr>
        <p:spPr>
          <a:xfrm>
            <a:off x="6370027" y="2073372"/>
            <a:ext cx="628649" cy="219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ans-HK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D08356-95D9-8249-9DB9-603915D9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021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BB023-B848-481B-811D-E93F94DD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贪心算法举例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14DC9-1FCB-4A9F-9CD9-CE6133CD01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任务安排问题</a:t>
            </a:r>
            <a:endParaRPr lang="en-US" altLang="zh-CN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问题描述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1~n</a:t>
            </a:r>
            <a:r>
              <a:rPr lang="zh-CN" altLang="zh-Hans-HK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假设：</a:t>
            </a:r>
            <a:endParaRPr lang="en-US" altLang="zh-C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同一个时间单位你只能处理一项任务；</a:t>
            </a:r>
            <a:endParaRPr lang="en-US" altLang="zh-CN" sz="24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sz="24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只能在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时刻 </a:t>
            </a:r>
            <a:r>
              <a:rPr lang="en-US" altLang="zh-CN" sz="2400" kern="1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后开始处理。 （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  <a:r>
              <a:rPr lang="en-US" altLang="zh-CN" sz="2400" kern="1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kern="1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是给定的）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sz="2400" kern="1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 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个时间单位才能完成。（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1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sz="2400" kern="1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kern="1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是给定的）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一个任务</a:t>
            </a:r>
            <a:r>
              <a:rPr lang="zh-CN" altLang="en-US" sz="2400" b="1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可分成多次处理</a:t>
            </a:r>
            <a:r>
              <a:rPr lang="zh-CN" altLang="en-US" sz="2400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400" b="1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可停下来等之后继续处理</a:t>
            </a:r>
            <a:r>
              <a:rPr lang="zh-CN" altLang="en-US" sz="2400" kern="1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sz="2400" kern="1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设计方案使得</a:t>
            </a:r>
            <a:r>
              <a:rPr lang="en-US" altLang="zh-CN" sz="2400" kern="1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altLang="zh-CN" sz="2400" kern="1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kern="1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最小，</a:t>
            </a:r>
            <a:r>
              <a:rPr lang="en-US" altLang="zh-CN" sz="2400" kern="1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kern="1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为任务</a:t>
            </a:r>
            <a:r>
              <a:rPr lang="en-US" altLang="zh-CN" sz="2400" kern="1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被完成的时刻。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430CD2-C584-443F-BD4F-023B742FA042}"/>
              </a:ext>
            </a:extLst>
          </p:cNvPr>
          <p:cNvSpPr txBox="1"/>
          <p:nvPr/>
        </p:nvSpPr>
        <p:spPr>
          <a:xfrm>
            <a:off x="867673" y="5931014"/>
            <a:ext cx="2162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>
                <a:solidFill>
                  <a:srgbClr val="C00000"/>
                </a:solidFill>
              </a:rPr>
              <a:t>r</a:t>
            </a:r>
            <a:r>
              <a:rPr lang="en-US" altLang="zh-Hans-HK" baseline="-25000" dirty="0">
                <a:solidFill>
                  <a:srgbClr val="C00000"/>
                </a:solidFill>
              </a:rPr>
              <a:t>1</a:t>
            </a:r>
            <a:r>
              <a:rPr lang="en-US" altLang="zh-Hans-HK" dirty="0">
                <a:solidFill>
                  <a:srgbClr val="C00000"/>
                </a:solidFill>
              </a:rPr>
              <a:t>=1,r</a:t>
            </a:r>
            <a:r>
              <a:rPr lang="en-US" altLang="zh-Hans-HK" baseline="-25000" dirty="0">
                <a:solidFill>
                  <a:srgbClr val="C00000"/>
                </a:solidFill>
              </a:rPr>
              <a:t>2</a:t>
            </a:r>
            <a:r>
              <a:rPr lang="en-US" altLang="zh-Hans-HK" dirty="0">
                <a:solidFill>
                  <a:srgbClr val="C00000"/>
                </a:solidFill>
              </a:rPr>
              <a:t>=2,r</a:t>
            </a:r>
            <a:r>
              <a:rPr lang="en-US" altLang="zh-Hans-HK" baseline="-25000" dirty="0">
                <a:solidFill>
                  <a:srgbClr val="C00000"/>
                </a:solidFill>
              </a:rPr>
              <a:t>3</a:t>
            </a:r>
            <a:r>
              <a:rPr lang="en-US" altLang="zh-Hans-HK" dirty="0">
                <a:solidFill>
                  <a:srgbClr val="C00000"/>
                </a:solidFill>
              </a:rPr>
              <a:t>=3</a:t>
            </a:r>
          </a:p>
          <a:p>
            <a:r>
              <a:rPr lang="en-US" altLang="zh-Hans-HK" dirty="0">
                <a:solidFill>
                  <a:srgbClr val="C00000"/>
                </a:solidFill>
              </a:rPr>
              <a:t>p</a:t>
            </a:r>
            <a:r>
              <a:rPr lang="en-US" altLang="zh-Hans-HK" baseline="-25000" dirty="0">
                <a:solidFill>
                  <a:srgbClr val="C00000"/>
                </a:solidFill>
              </a:rPr>
              <a:t>1</a:t>
            </a:r>
            <a:r>
              <a:rPr lang="en-US" altLang="zh-Hans-HK" dirty="0">
                <a:solidFill>
                  <a:srgbClr val="C00000"/>
                </a:solidFill>
              </a:rPr>
              <a:t>=4,p</a:t>
            </a:r>
            <a:r>
              <a:rPr lang="en-US" altLang="zh-Hans-HK" baseline="-25000" dirty="0">
                <a:solidFill>
                  <a:srgbClr val="C00000"/>
                </a:solidFill>
              </a:rPr>
              <a:t>2</a:t>
            </a:r>
            <a:r>
              <a:rPr lang="en-US" altLang="zh-Hans-HK" dirty="0">
                <a:solidFill>
                  <a:srgbClr val="C00000"/>
                </a:solidFill>
              </a:rPr>
              <a:t>=2,p</a:t>
            </a:r>
            <a:r>
              <a:rPr lang="en-US" altLang="zh-Hans-HK" baseline="-25000" dirty="0">
                <a:solidFill>
                  <a:srgbClr val="C00000"/>
                </a:solidFill>
              </a:rPr>
              <a:t>3</a:t>
            </a:r>
            <a:r>
              <a:rPr lang="en-US" altLang="zh-Hans-HK" dirty="0">
                <a:solidFill>
                  <a:srgbClr val="C00000"/>
                </a:solidFill>
              </a:rPr>
              <a:t>=2</a:t>
            </a:r>
            <a:endParaRPr lang="zh-Hans-HK" altLang="en-US" dirty="0">
              <a:solidFill>
                <a:srgbClr val="C00000"/>
              </a:solidFill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5F25D38E-21B5-4374-9410-C793388A8A25}"/>
              </a:ext>
            </a:extLst>
          </p:cNvPr>
          <p:cNvGrpSpPr/>
          <p:nvPr/>
        </p:nvGrpSpPr>
        <p:grpSpPr>
          <a:xfrm>
            <a:off x="1200150" y="4726118"/>
            <a:ext cx="1023043" cy="1010038"/>
            <a:chOff x="1200150" y="4523987"/>
            <a:chExt cx="1023043" cy="101003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5C9F519-9314-45C9-93D6-041800DC225E}"/>
                </a:ext>
              </a:extLst>
            </p:cNvPr>
            <p:cNvSpPr/>
            <p:nvPr/>
          </p:nvSpPr>
          <p:spPr>
            <a:xfrm>
              <a:off x="1343025" y="4838700"/>
              <a:ext cx="728663" cy="161925"/>
            </a:xfrm>
            <a:prstGeom prst="rect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66E155B-BC90-4EC3-95F7-0F83A5609ED4}"/>
                </a:ext>
              </a:extLst>
            </p:cNvPr>
            <p:cNvSpPr/>
            <p:nvPr/>
          </p:nvSpPr>
          <p:spPr>
            <a:xfrm>
              <a:off x="1524001" y="5105400"/>
              <a:ext cx="361950" cy="16192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541D553-8FD0-4ACF-AE84-3E2569B15421}"/>
                </a:ext>
              </a:extLst>
            </p:cNvPr>
            <p:cNvSpPr/>
            <p:nvPr/>
          </p:nvSpPr>
          <p:spPr>
            <a:xfrm>
              <a:off x="1700213" y="5372100"/>
              <a:ext cx="381000" cy="161925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110F1A5-6F2A-4918-8FBB-FE6760E79CAC}"/>
                </a:ext>
              </a:extLst>
            </p:cNvPr>
            <p:cNvCxnSpPr/>
            <p:nvPr/>
          </p:nvCxnSpPr>
          <p:spPr>
            <a:xfrm>
              <a:off x="1524001" y="4838700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5EA676D-6C30-4127-BB85-C78060B3C626}"/>
                </a:ext>
              </a:extLst>
            </p:cNvPr>
            <p:cNvCxnSpPr/>
            <p:nvPr/>
          </p:nvCxnSpPr>
          <p:spPr>
            <a:xfrm>
              <a:off x="1704976" y="4838700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C7AA5CE-9947-4530-B37C-97C1B13B8F03}"/>
                </a:ext>
              </a:extLst>
            </p:cNvPr>
            <p:cNvCxnSpPr/>
            <p:nvPr/>
          </p:nvCxnSpPr>
          <p:spPr>
            <a:xfrm>
              <a:off x="1885951" y="4829175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1DFFB3F-C12D-4D85-82DB-658C7DC9719B}"/>
                </a:ext>
              </a:extLst>
            </p:cNvPr>
            <p:cNvCxnSpPr/>
            <p:nvPr/>
          </p:nvCxnSpPr>
          <p:spPr>
            <a:xfrm>
              <a:off x="1704976" y="5095875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2B624C5-82BE-4E08-884F-8C9644610298}"/>
                </a:ext>
              </a:extLst>
            </p:cNvPr>
            <p:cNvCxnSpPr/>
            <p:nvPr/>
          </p:nvCxnSpPr>
          <p:spPr>
            <a:xfrm>
              <a:off x="1895476" y="5362575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4D6D910-3F47-4E0E-B381-7CEAC5530497}"/>
                </a:ext>
              </a:extLst>
            </p:cNvPr>
            <p:cNvSpPr txBox="1"/>
            <p:nvPr/>
          </p:nvSpPr>
          <p:spPr>
            <a:xfrm>
              <a:off x="1200150" y="4524375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1</a:t>
              </a:r>
              <a:endParaRPr lang="zh-Hans-HK" altLang="en-US" sz="12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2C27703-C026-49C4-9DB6-4895F2AD1826}"/>
                </a:ext>
              </a:extLst>
            </p:cNvPr>
            <p:cNvSpPr txBox="1"/>
            <p:nvPr/>
          </p:nvSpPr>
          <p:spPr>
            <a:xfrm>
              <a:off x="1386784" y="4524374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Hans-HK" altLang="en-US" sz="12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1BF51EB-28FC-476E-9452-DC6999A64009}"/>
                </a:ext>
              </a:extLst>
            </p:cNvPr>
            <p:cNvSpPr txBox="1"/>
            <p:nvPr/>
          </p:nvSpPr>
          <p:spPr>
            <a:xfrm>
              <a:off x="1577284" y="4524374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Hans-HK" altLang="en-US" sz="12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CFFA161-6349-4FD8-B218-33FB76C28DED}"/>
                </a:ext>
              </a:extLst>
            </p:cNvPr>
            <p:cNvSpPr txBox="1"/>
            <p:nvPr/>
          </p:nvSpPr>
          <p:spPr>
            <a:xfrm>
              <a:off x="1758259" y="4524374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4</a:t>
              </a:r>
              <a:endParaRPr lang="zh-Hans-HK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FB54F2B-0497-48A3-A4E7-D2BEA9A110A3}"/>
                </a:ext>
              </a:extLst>
            </p:cNvPr>
            <p:cNvSpPr txBox="1"/>
            <p:nvPr/>
          </p:nvSpPr>
          <p:spPr>
            <a:xfrm>
              <a:off x="1948759" y="4523987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5</a:t>
              </a:r>
              <a:endParaRPr lang="zh-Hans-HK" altLang="en-US" sz="12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8AD54FC-262C-4484-A96A-4FDBE2F65DDD}"/>
              </a:ext>
            </a:extLst>
          </p:cNvPr>
          <p:cNvGrpSpPr/>
          <p:nvPr/>
        </p:nvGrpSpPr>
        <p:grpSpPr>
          <a:xfrm>
            <a:off x="3452086" y="4864118"/>
            <a:ext cx="5354405" cy="513660"/>
            <a:chOff x="3470374" y="5027747"/>
            <a:chExt cx="5354405" cy="513660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B42EE13-FD03-4858-BF78-622B40F8D85D}"/>
                </a:ext>
              </a:extLst>
            </p:cNvPr>
            <p:cNvSpPr txBox="1"/>
            <p:nvPr/>
          </p:nvSpPr>
          <p:spPr>
            <a:xfrm>
              <a:off x="3470374" y="5038337"/>
              <a:ext cx="2744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</a:t>
              </a:r>
              <a:endParaRPr lang="zh-Hans-HK" altLang="en-US" sz="12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95077A5-85E7-421E-9ECA-188D16764B02}"/>
                </a:ext>
              </a:extLst>
            </p:cNvPr>
            <p:cNvSpPr/>
            <p:nvPr/>
          </p:nvSpPr>
          <p:spPr>
            <a:xfrm>
              <a:off x="3608484" y="5314949"/>
              <a:ext cx="728663" cy="161925"/>
            </a:xfrm>
            <a:prstGeom prst="rect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FD16F1D-5B20-4FF0-A1D3-7351A48B92EE}"/>
                </a:ext>
              </a:extLst>
            </p:cNvPr>
            <p:cNvSpPr/>
            <p:nvPr/>
          </p:nvSpPr>
          <p:spPr>
            <a:xfrm>
              <a:off x="4343400" y="5314949"/>
              <a:ext cx="361950" cy="16192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99A13FF-0CA1-4064-A472-6F9D6EC76623}"/>
                </a:ext>
              </a:extLst>
            </p:cNvPr>
            <p:cNvSpPr/>
            <p:nvPr/>
          </p:nvSpPr>
          <p:spPr>
            <a:xfrm>
              <a:off x="4709678" y="5314949"/>
              <a:ext cx="381000" cy="161925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3599B4C-D84A-40A6-9E2F-C76206CB6ACE}"/>
                </a:ext>
              </a:extLst>
            </p:cNvPr>
            <p:cNvCxnSpPr/>
            <p:nvPr/>
          </p:nvCxnSpPr>
          <p:spPr>
            <a:xfrm>
              <a:off x="3789460" y="5314949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B91C4B0-5FA5-47E8-BB22-7F30273E0B37}"/>
                </a:ext>
              </a:extLst>
            </p:cNvPr>
            <p:cNvCxnSpPr/>
            <p:nvPr/>
          </p:nvCxnSpPr>
          <p:spPr>
            <a:xfrm>
              <a:off x="3970435" y="5314949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DC79454-2611-4892-98F2-8091097B21B0}"/>
                </a:ext>
              </a:extLst>
            </p:cNvPr>
            <p:cNvCxnSpPr/>
            <p:nvPr/>
          </p:nvCxnSpPr>
          <p:spPr>
            <a:xfrm>
              <a:off x="4151410" y="5305424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3E364E6-0374-4272-9E64-46771FB2E19E}"/>
                </a:ext>
              </a:extLst>
            </p:cNvPr>
            <p:cNvCxnSpPr/>
            <p:nvPr/>
          </p:nvCxnSpPr>
          <p:spPr>
            <a:xfrm>
              <a:off x="4524375" y="5305424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F380E825-D005-4C52-A5F8-59D892EBB37E}"/>
                </a:ext>
              </a:extLst>
            </p:cNvPr>
            <p:cNvCxnSpPr/>
            <p:nvPr/>
          </p:nvCxnSpPr>
          <p:spPr>
            <a:xfrm>
              <a:off x="4904941" y="5305424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1A6F914-CBAB-4436-87E0-1ACA7C8D23B9}"/>
                </a:ext>
              </a:extLst>
            </p:cNvPr>
            <p:cNvSpPr txBox="1"/>
            <p:nvPr/>
          </p:nvSpPr>
          <p:spPr>
            <a:xfrm>
              <a:off x="4224639" y="5038144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5</a:t>
              </a:r>
              <a:endParaRPr lang="zh-Hans-HK" altLang="en-US" sz="12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9A4D91A-A9B9-471B-8E3C-C929EC5FF430}"/>
                </a:ext>
              </a:extLst>
            </p:cNvPr>
            <p:cNvSpPr txBox="1"/>
            <p:nvPr/>
          </p:nvSpPr>
          <p:spPr>
            <a:xfrm>
              <a:off x="4567171" y="5027747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7</a:t>
              </a:r>
              <a:endParaRPr lang="zh-Hans-HK" altLang="en-US" sz="1200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C4498AD-91C9-4367-BB9C-2FEB99AF8A47}"/>
                </a:ext>
              </a:extLst>
            </p:cNvPr>
            <p:cNvSpPr txBox="1"/>
            <p:nvPr/>
          </p:nvSpPr>
          <p:spPr>
            <a:xfrm>
              <a:off x="4935609" y="5027747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9</a:t>
              </a:r>
              <a:endParaRPr lang="zh-Hans-HK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6BC5021-096D-41E8-A236-7E18F60E9E52}"/>
                </a:ext>
              </a:extLst>
            </p:cNvPr>
            <p:cNvSpPr txBox="1"/>
            <p:nvPr/>
          </p:nvSpPr>
          <p:spPr>
            <a:xfrm>
              <a:off x="5496547" y="5172075"/>
              <a:ext cx="3328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方案</a:t>
              </a:r>
              <a:r>
                <a:rPr lang="en-US" altLang="zh-CN" dirty="0"/>
                <a:t>A</a:t>
              </a:r>
              <a:r>
                <a:rPr lang="zh-CN" altLang="en-US" dirty="0"/>
                <a:t>：</a:t>
              </a:r>
              <a:r>
                <a:rPr lang="en-US" altLang="zh-CN" dirty="0"/>
                <a:t>t</a:t>
              </a:r>
              <a:r>
                <a:rPr lang="en-US" altLang="zh-CN" baseline="-25000" dirty="0"/>
                <a:t>1</a:t>
              </a:r>
              <a:r>
                <a:rPr lang="en-US" altLang="zh-CN" dirty="0"/>
                <a:t>+t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+t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=5+7+9=21</a:t>
              </a:r>
              <a:endParaRPr lang="zh-Hans-HK" altLang="en-US" dirty="0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6F382276-2E82-44BC-BC66-7123FE7BD472}"/>
              </a:ext>
            </a:extLst>
          </p:cNvPr>
          <p:cNvGrpSpPr/>
          <p:nvPr/>
        </p:nvGrpSpPr>
        <p:grpSpPr>
          <a:xfrm>
            <a:off x="3470374" y="5420480"/>
            <a:ext cx="5346859" cy="581995"/>
            <a:chOff x="3470374" y="5666405"/>
            <a:chExt cx="5346859" cy="581995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CFA68DE-6AE7-4CF1-9C54-D6ED06699D21}"/>
                </a:ext>
              </a:extLst>
            </p:cNvPr>
            <p:cNvSpPr/>
            <p:nvPr/>
          </p:nvSpPr>
          <p:spPr>
            <a:xfrm>
              <a:off x="3608485" y="5939030"/>
              <a:ext cx="180976" cy="161925"/>
            </a:xfrm>
            <a:prstGeom prst="rect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896048B-2459-4A39-8186-D29E8C966E1D}"/>
                </a:ext>
              </a:extLst>
            </p:cNvPr>
            <p:cNvSpPr/>
            <p:nvPr/>
          </p:nvSpPr>
          <p:spPr>
            <a:xfrm>
              <a:off x="3789460" y="5947409"/>
              <a:ext cx="361950" cy="16192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35F10D8E-3EEE-4627-8713-C3E62C73BB70}"/>
                </a:ext>
              </a:extLst>
            </p:cNvPr>
            <p:cNvCxnSpPr/>
            <p:nvPr/>
          </p:nvCxnSpPr>
          <p:spPr>
            <a:xfrm>
              <a:off x="3970435" y="5937884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97F27E6-13B0-485C-9E9D-0F770A3A6B00}"/>
                </a:ext>
              </a:extLst>
            </p:cNvPr>
            <p:cNvSpPr/>
            <p:nvPr/>
          </p:nvSpPr>
          <p:spPr>
            <a:xfrm>
              <a:off x="4159449" y="5947409"/>
              <a:ext cx="381000" cy="161925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5B46F2A5-C8C1-4C5E-BFA0-5D9E41595F37}"/>
                </a:ext>
              </a:extLst>
            </p:cNvPr>
            <p:cNvCxnSpPr/>
            <p:nvPr/>
          </p:nvCxnSpPr>
          <p:spPr>
            <a:xfrm>
              <a:off x="4354712" y="5937884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859CFA2-6024-408A-9FCF-0CFCB38F2C67}"/>
                </a:ext>
              </a:extLst>
            </p:cNvPr>
            <p:cNvSpPr/>
            <p:nvPr/>
          </p:nvSpPr>
          <p:spPr>
            <a:xfrm>
              <a:off x="4548491" y="5941692"/>
              <a:ext cx="542178" cy="167641"/>
            </a:xfrm>
            <a:prstGeom prst="rect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ans-HK" altLang="en-US"/>
            </a:p>
          </p:txBody>
        </p: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0EEA4270-A094-4F24-80C8-71E213CB61D8}"/>
                </a:ext>
              </a:extLst>
            </p:cNvPr>
            <p:cNvCxnSpPr/>
            <p:nvPr/>
          </p:nvCxnSpPr>
          <p:spPr>
            <a:xfrm>
              <a:off x="4729466" y="5941693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518A361-AECA-4795-A898-225C139352AE}"/>
                </a:ext>
              </a:extLst>
            </p:cNvPr>
            <p:cNvCxnSpPr/>
            <p:nvPr/>
          </p:nvCxnSpPr>
          <p:spPr>
            <a:xfrm>
              <a:off x="4910441" y="5941693"/>
              <a:ext cx="0" cy="1619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E725C83-B7FC-4C79-9B59-4E689F4883D2}"/>
                </a:ext>
              </a:extLst>
            </p:cNvPr>
            <p:cNvSpPr txBox="1"/>
            <p:nvPr/>
          </p:nvSpPr>
          <p:spPr>
            <a:xfrm>
              <a:off x="3470374" y="5666987"/>
              <a:ext cx="2744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</a:t>
              </a:r>
              <a:endParaRPr lang="zh-Hans-HK" altLang="en-US" sz="12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5D2D983-AD9F-47EB-881E-282F41CEC107}"/>
                </a:ext>
              </a:extLst>
            </p:cNvPr>
            <p:cNvSpPr txBox="1"/>
            <p:nvPr/>
          </p:nvSpPr>
          <p:spPr>
            <a:xfrm>
              <a:off x="3660874" y="5676512"/>
              <a:ext cx="2744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Hans-HK" altLang="en-US" sz="12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8EED9057-EF9A-4C87-B131-5A2097B2070D}"/>
                </a:ext>
              </a:extLst>
            </p:cNvPr>
            <p:cNvSpPr txBox="1"/>
            <p:nvPr/>
          </p:nvSpPr>
          <p:spPr>
            <a:xfrm>
              <a:off x="4012707" y="5666987"/>
              <a:ext cx="2744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sz="1200" dirty="0"/>
                <a:t>4</a:t>
              </a:r>
              <a:endParaRPr lang="zh-Hans-HK" altLang="en-US" sz="12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47FE82F4-0CAE-4946-AA23-8B110AFC8CB4}"/>
                </a:ext>
              </a:extLst>
            </p:cNvPr>
            <p:cNvSpPr txBox="1"/>
            <p:nvPr/>
          </p:nvSpPr>
          <p:spPr>
            <a:xfrm>
              <a:off x="4402047" y="5674218"/>
              <a:ext cx="2744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sz="1200" dirty="0"/>
                <a:t>6</a:t>
              </a:r>
              <a:endParaRPr lang="zh-Hans-HK" altLang="en-US" sz="12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7CE0F29-D8E9-482E-A4A4-26203FF21B23}"/>
                </a:ext>
              </a:extLst>
            </p:cNvPr>
            <p:cNvSpPr txBox="1"/>
            <p:nvPr/>
          </p:nvSpPr>
          <p:spPr>
            <a:xfrm>
              <a:off x="5489001" y="5879068"/>
              <a:ext cx="3328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方案</a:t>
              </a:r>
              <a:r>
                <a:rPr lang="en-US" altLang="zh-CN" dirty="0"/>
                <a:t>B</a:t>
              </a:r>
              <a:r>
                <a:rPr lang="zh-CN" altLang="en-US" dirty="0"/>
                <a:t>：</a:t>
              </a:r>
              <a:r>
                <a:rPr lang="en-US" altLang="zh-CN" dirty="0"/>
                <a:t>t</a:t>
              </a:r>
              <a:r>
                <a:rPr lang="en-US" altLang="zh-CN" baseline="-25000" dirty="0"/>
                <a:t>1</a:t>
              </a:r>
              <a:r>
                <a:rPr lang="en-US" altLang="zh-CN" dirty="0"/>
                <a:t>+t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+t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=9+4+6=19</a:t>
              </a:r>
              <a:endParaRPr lang="zh-Hans-HK" altLang="en-US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AE11A114-FCF6-4253-A4A3-78C0E1384D05}"/>
                </a:ext>
              </a:extLst>
            </p:cNvPr>
            <p:cNvSpPr txBox="1"/>
            <p:nvPr/>
          </p:nvSpPr>
          <p:spPr>
            <a:xfrm>
              <a:off x="4957083" y="5666405"/>
              <a:ext cx="2744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9</a:t>
              </a:r>
              <a:endParaRPr lang="zh-Hans-HK" altLang="en-US" sz="1200" dirty="0"/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02387B01-4856-455F-AAB4-EDD3B4D0E20D}"/>
              </a:ext>
            </a:extLst>
          </p:cNvPr>
          <p:cNvSpPr txBox="1"/>
          <p:nvPr/>
        </p:nvSpPr>
        <p:spPr>
          <a:xfrm>
            <a:off x="3629605" y="6277762"/>
            <a:ext cx="53146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策略：总是挑选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最快完成的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任务处理。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5F06F5-D609-4B43-B8F4-7CE18D92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923853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7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813C1-F97F-4F21-B8FB-8670F01B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贪心算法举例</a:t>
            </a:r>
            <a:r>
              <a:rPr lang="en-US" altLang="zh-CN" dirty="0">
                <a:solidFill>
                  <a:schemeClr val="bg1"/>
                </a:solidFill>
              </a:rPr>
              <a:t>2 (continue)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56FAE-D132-452D-97D9-21FE17B922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贪心：</a:t>
            </a:r>
            <a:r>
              <a:rPr lang="zh-CN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总是挑选</a:t>
            </a:r>
            <a:r>
              <a:rPr lang="zh-CN" alt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最快完成的</a:t>
            </a:r>
            <a:r>
              <a:rPr lang="zh-CN" alt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任务处理。</a:t>
            </a:r>
            <a:endParaRPr lang="en-US" altLang="zh-CN" sz="2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当有多个任务要处理，挑剩余工作量最小的。（若有多个任务的剩余工作量都最小的，任选其一）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：若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是一个任务处理方案。</a:t>
            </a:r>
            <a:b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Cost(S)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为所有任务完成时间之和。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是按贪心规则找到的某个任务处理方案。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是任何一个任务处理方案。</a:t>
            </a:r>
            <a:b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我们将会证明 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Cost(S</a:t>
            </a:r>
            <a:r>
              <a:rPr lang="en-US" altLang="zh-CN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≤ Cost(</a:t>
            </a:r>
            <a:r>
              <a:rPr lang="en-US" altLang="zh-CN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（这表明</a:t>
            </a:r>
            <a:r>
              <a:rPr lang="en-US" altLang="zh-C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好过任何其他任务处理方案。）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Hans-HK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EB53D8-6A9A-0647-B337-2016363D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159626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21472-05A2-4B4E-B579-D44E1F6A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贪心算法举例</a:t>
            </a:r>
            <a:r>
              <a:rPr lang="en-US" altLang="zh-CN" dirty="0">
                <a:solidFill>
                  <a:schemeClr val="bg1"/>
                </a:solidFill>
              </a:rPr>
              <a:t>2 (continue)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54BA1-47D0-4F1C-A89D-818304A032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Cost(S</a:t>
            </a:r>
            <a:r>
              <a:rPr lang="en-US" altLang="zh-CN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≤ Cost(</a:t>
            </a:r>
            <a:r>
              <a:rPr lang="en-US" altLang="zh-CN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不妨假设在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时刻以前，两个方案是完全相同的，但是在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时刻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~r+1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出现了差异。不妨设此单位时间内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选择的是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lang="en-US" altLang="zh-CN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选择的是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(≠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的剩余量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的剩余量）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8A4A0D8-BE01-4A92-B737-37E7D2892EAD}"/>
              </a:ext>
            </a:extLst>
          </p:cNvPr>
          <p:cNvGrpSpPr/>
          <p:nvPr/>
        </p:nvGrpSpPr>
        <p:grpSpPr>
          <a:xfrm>
            <a:off x="1270487" y="4191019"/>
            <a:ext cx="2519239" cy="835327"/>
            <a:chOff x="1429982" y="3395530"/>
            <a:chExt cx="2519239" cy="835327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A27AE25-4672-4F3F-B0B9-15C3F1C3B6D0}"/>
                </a:ext>
              </a:extLst>
            </p:cNvPr>
            <p:cNvCxnSpPr>
              <a:cxnSpLocks/>
            </p:cNvCxnSpPr>
            <p:nvPr/>
          </p:nvCxnSpPr>
          <p:spPr>
            <a:xfrm>
              <a:off x="1544281" y="3395530"/>
              <a:ext cx="0" cy="4396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EAB931A-C824-4441-A109-3DE13897F3E3}"/>
                </a:ext>
              </a:extLst>
            </p:cNvPr>
            <p:cNvSpPr txBox="1"/>
            <p:nvPr/>
          </p:nvSpPr>
          <p:spPr>
            <a:xfrm>
              <a:off x="1429982" y="3861525"/>
              <a:ext cx="597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>
                  <a:solidFill>
                    <a:srgbClr val="0000FF"/>
                  </a:solidFill>
                </a:rPr>
                <a:t>r</a:t>
              </a:r>
              <a:endParaRPr lang="zh-Hans-HK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476139C-AF48-4EC7-91EE-8DBDC51DB47E}"/>
                </a:ext>
              </a:extLst>
            </p:cNvPr>
            <p:cNvSpPr/>
            <p:nvPr/>
          </p:nvSpPr>
          <p:spPr>
            <a:xfrm>
              <a:off x="1649789" y="3492246"/>
              <a:ext cx="307726" cy="342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/>
                <a:t>j</a:t>
              </a:r>
              <a:endParaRPr lang="zh-Hans-HK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A075960-054D-43B4-8EAF-329ED77FB636}"/>
                </a:ext>
              </a:extLst>
            </p:cNvPr>
            <p:cNvSpPr/>
            <p:nvPr/>
          </p:nvSpPr>
          <p:spPr>
            <a:xfrm>
              <a:off x="2289431" y="3501038"/>
              <a:ext cx="307726" cy="342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/>
                <a:t>j</a:t>
              </a:r>
              <a:endParaRPr lang="zh-Hans-HK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2C9C87E-150D-49EF-ACB6-C4907B700A99}"/>
                </a:ext>
              </a:extLst>
            </p:cNvPr>
            <p:cNvSpPr/>
            <p:nvPr/>
          </p:nvSpPr>
          <p:spPr>
            <a:xfrm>
              <a:off x="2634518" y="3501038"/>
              <a:ext cx="307726" cy="342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i</a:t>
              </a:r>
              <a:endParaRPr lang="zh-Hans-HK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55ECE58-7CAB-494F-8224-AFFE73061F75}"/>
                </a:ext>
              </a:extLst>
            </p:cNvPr>
            <p:cNvSpPr/>
            <p:nvPr/>
          </p:nvSpPr>
          <p:spPr>
            <a:xfrm>
              <a:off x="3311526" y="3492246"/>
              <a:ext cx="307726" cy="3429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/>
                <a:t>j</a:t>
              </a:r>
              <a:endParaRPr lang="zh-Hans-HK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301C748-8B2A-4497-8605-5DD3168BA0B1}"/>
                </a:ext>
              </a:extLst>
            </p:cNvPr>
            <p:cNvSpPr/>
            <p:nvPr/>
          </p:nvSpPr>
          <p:spPr>
            <a:xfrm>
              <a:off x="3641495" y="3492246"/>
              <a:ext cx="307726" cy="342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 err="1"/>
                <a:t>i</a:t>
              </a:r>
              <a:endParaRPr lang="zh-Hans-HK" altLang="en-US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886AAC4-28A8-456C-81AB-1F8187029F26}"/>
              </a:ext>
            </a:extLst>
          </p:cNvPr>
          <p:cNvGrpSpPr/>
          <p:nvPr/>
        </p:nvGrpSpPr>
        <p:grpSpPr>
          <a:xfrm>
            <a:off x="1270487" y="3309972"/>
            <a:ext cx="2540969" cy="835327"/>
            <a:chOff x="5012976" y="3421909"/>
            <a:chExt cx="2540969" cy="835327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140BAA7-6BCB-42D2-A4B9-5443D71FA049}"/>
                </a:ext>
              </a:extLst>
            </p:cNvPr>
            <p:cNvCxnSpPr>
              <a:cxnSpLocks/>
            </p:cNvCxnSpPr>
            <p:nvPr/>
          </p:nvCxnSpPr>
          <p:spPr>
            <a:xfrm>
              <a:off x="5127275" y="3421909"/>
              <a:ext cx="0" cy="4396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9480995-42C4-4E5E-B21C-ABF9F73A288E}"/>
                </a:ext>
              </a:extLst>
            </p:cNvPr>
            <p:cNvSpPr txBox="1"/>
            <p:nvPr/>
          </p:nvSpPr>
          <p:spPr>
            <a:xfrm>
              <a:off x="5012976" y="3887904"/>
              <a:ext cx="597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ans-HK" dirty="0">
                  <a:solidFill>
                    <a:srgbClr val="0000FF"/>
                  </a:solidFill>
                </a:rPr>
                <a:t>r</a:t>
              </a:r>
              <a:endParaRPr lang="zh-Hans-HK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42E68C2-4EC9-4A52-9A43-9E8CB0F144DC}"/>
                </a:ext>
              </a:extLst>
            </p:cNvPr>
            <p:cNvSpPr/>
            <p:nvPr/>
          </p:nvSpPr>
          <p:spPr>
            <a:xfrm>
              <a:off x="6898800" y="3518625"/>
              <a:ext cx="307726" cy="342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/>
                <a:t>j</a:t>
              </a:r>
              <a:endParaRPr lang="zh-Hans-HK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C9ED33F-E6BB-4019-9CB0-72F212E4711E}"/>
                </a:ext>
              </a:extLst>
            </p:cNvPr>
            <p:cNvSpPr/>
            <p:nvPr/>
          </p:nvSpPr>
          <p:spPr>
            <a:xfrm>
              <a:off x="7246219" y="3518625"/>
              <a:ext cx="307726" cy="342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/>
                <a:t>j</a:t>
              </a:r>
              <a:endParaRPr lang="zh-Hans-HK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55C051B-B376-4A0B-92ED-4055658409D6}"/>
                </a:ext>
              </a:extLst>
            </p:cNvPr>
            <p:cNvSpPr/>
            <p:nvPr/>
          </p:nvSpPr>
          <p:spPr>
            <a:xfrm>
              <a:off x="6208720" y="3518625"/>
              <a:ext cx="307726" cy="342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/>
                <a:t>j</a:t>
              </a:r>
              <a:endParaRPr lang="zh-Hans-HK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7128732-86A0-496C-84B0-A99CA8D74E55}"/>
                </a:ext>
              </a:extLst>
            </p:cNvPr>
            <p:cNvSpPr/>
            <p:nvPr/>
          </p:nvSpPr>
          <p:spPr>
            <a:xfrm>
              <a:off x="5577498" y="3518625"/>
              <a:ext cx="307726" cy="342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 err="1"/>
                <a:t>i</a:t>
              </a:r>
              <a:endParaRPr lang="zh-Hans-HK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161D719-CC38-4020-BE5E-464AFA4E2FD7}"/>
                </a:ext>
              </a:extLst>
            </p:cNvPr>
            <p:cNvSpPr/>
            <p:nvPr/>
          </p:nvSpPr>
          <p:spPr>
            <a:xfrm>
              <a:off x="5241566" y="3518625"/>
              <a:ext cx="307726" cy="342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ans-HK" dirty="0" err="1"/>
                <a:t>i</a:t>
              </a:r>
              <a:endParaRPr lang="zh-Hans-HK" altLang="en-US" dirty="0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D898860-3FB9-4D63-A022-FA9F9BDC0A7D}"/>
              </a:ext>
            </a:extLst>
          </p:cNvPr>
          <p:cNvSpPr txBox="1"/>
          <p:nvPr/>
        </p:nvSpPr>
        <p:spPr>
          <a:xfrm>
            <a:off x="4555950" y="5983831"/>
            <a:ext cx="3736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此贪心算法具体的实现细节和复杂度分析留作课后思考。</a:t>
            </a:r>
            <a:endParaRPr lang="zh-Hans-HK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15DF5FE-1F8A-41FE-B9F0-B93E4D2A1AF0}"/>
              </a:ext>
            </a:extLst>
          </p:cNvPr>
          <p:cNvSpPr txBox="1"/>
          <p:nvPr/>
        </p:nvSpPr>
        <p:spPr>
          <a:xfrm>
            <a:off x="491154" y="3330313"/>
            <a:ext cx="5287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Hans-HK" altLang="en-US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EDC5CC-9306-4910-8B08-D6665D93494A}"/>
              </a:ext>
            </a:extLst>
          </p:cNvPr>
          <p:cNvSpPr txBox="1"/>
          <p:nvPr/>
        </p:nvSpPr>
        <p:spPr>
          <a:xfrm>
            <a:off x="483476" y="4132519"/>
            <a:ext cx="5287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Hans-HK" altLang="en-US" sz="2400" dirty="0">
              <a:solidFill>
                <a:srgbClr val="92D050"/>
              </a:solidFill>
            </a:endParaRP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40D4EDCF-912F-4B42-9220-856854822906}"/>
              </a:ext>
            </a:extLst>
          </p:cNvPr>
          <p:cNvSpPr txBox="1">
            <a:spLocks/>
          </p:cNvSpPr>
          <p:nvPr/>
        </p:nvSpPr>
        <p:spPr>
          <a:xfrm>
            <a:off x="4315333" y="3429000"/>
            <a:ext cx="4217700" cy="2046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调整</a:t>
            </a:r>
            <a:r>
              <a:rPr lang="en-US" altLang="zh-CN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时刻后 原来安排</a:t>
            </a:r>
            <a:r>
              <a:rPr lang="en-US" altLang="zh-CN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的那些时间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先安排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后安排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  <a:p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容易知道：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Cost(S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≤ Cost(S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，那么得证。</a:t>
            </a:r>
            <a:endParaRPr lang="en-US" altLang="zh-CN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否则，从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按同样方法调整为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。依次类推。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必然得到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。而且</a:t>
            </a:r>
            <a:b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Cost(</a:t>
            </a:r>
            <a:r>
              <a:rPr lang="en-US" altLang="zh-CN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≤ … ≤ cost(S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≤ Cost(S</a:t>
            </a:r>
            <a:r>
              <a:rPr lang="en-US" altLang="zh-CN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443405F-F9A9-4F5E-9D02-7EA9BFD2F6D5}"/>
              </a:ext>
            </a:extLst>
          </p:cNvPr>
          <p:cNvGrpSpPr/>
          <p:nvPr/>
        </p:nvGrpSpPr>
        <p:grpSpPr>
          <a:xfrm>
            <a:off x="491154" y="5274670"/>
            <a:ext cx="3306250" cy="893827"/>
            <a:chOff x="632361" y="5594749"/>
            <a:chExt cx="3306250" cy="893827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D05ED36-39A9-43C3-BD1A-CC691158310B}"/>
                </a:ext>
              </a:extLst>
            </p:cNvPr>
            <p:cNvGrpSpPr/>
            <p:nvPr/>
          </p:nvGrpSpPr>
          <p:grpSpPr>
            <a:xfrm>
              <a:off x="1419372" y="5653249"/>
              <a:ext cx="2519239" cy="835327"/>
              <a:chOff x="1429982" y="3395530"/>
              <a:chExt cx="2519239" cy="835327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C2ADDE33-0D2C-4EDE-A5CA-5C6106006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4281" y="3395530"/>
                <a:ext cx="0" cy="43961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F70D46C-165F-4A0E-BAA5-3BED3297B6DF}"/>
                  </a:ext>
                </a:extLst>
              </p:cNvPr>
              <p:cNvSpPr txBox="1"/>
              <p:nvPr/>
            </p:nvSpPr>
            <p:spPr>
              <a:xfrm>
                <a:off x="1429982" y="3861525"/>
                <a:ext cx="5978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ans-HK" dirty="0">
                    <a:solidFill>
                      <a:srgbClr val="0000FF"/>
                    </a:solidFill>
                  </a:rPr>
                  <a:t>r</a:t>
                </a:r>
                <a:endParaRPr lang="zh-Hans-HK" altLang="en-US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952C5598-7302-4376-8C31-79C9AFC438E9}"/>
                  </a:ext>
                </a:extLst>
              </p:cNvPr>
              <p:cNvSpPr/>
              <p:nvPr/>
            </p:nvSpPr>
            <p:spPr>
              <a:xfrm>
                <a:off x="1649789" y="3492246"/>
                <a:ext cx="307726" cy="3429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err="1"/>
                  <a:t>i</a:t>
                </a:r>
                <a:endParaRPr lang="zh-Hans-HK" altLang="en-US" dirty="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4CBB2053-C9B5-4401-827C-1860D9A36CFC}"/>
                  </a:ext>
                </a:extLst>
              </p:cNvPr>
              <p:cNvSpPr/>
              <p:nvPr/>
            </p:nvSpPr>
            <p:spPr>
              <a:xfrm>
                <a:off x="2289431" y="3501038"/>
                <a:ext cx="307726" cy="3429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ans-HK" dirty="0" err="1"/>
                  <a:t>i</a:t>
                </a:r>
                <a:endParaRPr lang="zh-Hans-HK" altLang="en-US" dirty="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107DA61E-8614-4C45-BD7F-20D31BAC59DC}"/>
                  </a:ext>
                </a:extLst>
              </p:cNvPr>
              <p:cNvSpPr/>
              <p:nvPr/>
            </p:nvSpPr>
            <p:spPr>
              <a:xfrm>
                <a:off x="2634518" y="3501038"/>
                <a:ext cx="307726" cy="3429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j</a:t>
                </a:r>
                <a:endParaRPr lang="zh-Hans-HK" altLang="en-US" dirty="0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9F8EE6CE-26C9-424F-87D8-C946AC82D726}"/>
                  </a:ext>
                </a:extLst>
              </p:cNvPr>
              <p:cNvSpPr/>
              <p:nvPr/>
            </p:nvSpPr>
            <p:spPr>
              <a:xfrm>
                <a:off x="3311526" y="3492246"/>
                <a:ext cx="307726" cy="3429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ans-HK" dirty="0"/>
                  <a:t>j</a:t>
                </a:r>
                <a:endParaRPr lang="zh-Hans-HK" altLang="en-US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2D7B38E6-E524-4D54-B965-B84EFFFD511B}"/>
                  </a:ext>
                </a:extLst>
              </p:cNvPr>
              <p:cNvSpPr/>
              <p:nvPr/>
            </p:nvSpPr>
            <p:spPr>
              <a:xfrm>
                <a:off x="3641495" y="3492246"/>
                <a:ext cx="307726" cy="34290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ans-HK" dirty="0"/>
                  <a:t>j</a:t>
                </a:r>
                <a:endParaRPr lang="zh-Hans-HK" altLang="en-US" dirty="0"/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96E8664-87AC-49D4-AB22-D52D8FB910B1}"/>
                </a:ext>
              </a:extLst>
            </p:cNvPr>
            <p:cNvSpPr txBox="1"/>
            <p:nvPr/>
          </p:nvSpPr>
          <p:spPr>
            <a:xfrm>
              <a:off x="632361" y="5594749"/>
              <a:ext cx="5287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400" baseline="-25000" dirty="0">
                  <a:solidFill>
                    <a:srgbClr val="92D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Hans-HK" altLang="en-US" sz="2400" dirty="0">
                <a:solidFill>
                  <a:srgbClr val="92D050"/>
                </a:solidFill>
              </a:endParaRPr>
            </a:p>
          </p:txBody>
        </p:sp>
      </p:grp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8CDB6668-55AE-A949-830F-C11CA9D6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430197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BB023-B848-481B-811D-E93F94DD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Exchange Argument </a:t>
            </a:r>
            <a:r>
              <a:rPr lang="zh-CN" altLang="en-US" dirty="0">
                <a:solidFill>
                  <a:schemeClr val="bg1"/>
                </a:solidFill>
              </a:rPr>
              <a:t>的更多例子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14DC9-1FCB-4A9F-9CD9-CE6133CD01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排序不等式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问题描述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正数</a:t>
            </a:r>
            <a:r>
              <a:rPr lang="en-US" altLang="zh-Hans-HK" sz="2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Hans-HK" sz="28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ans-HK" sz="2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,..,x</a:t>
            </a:r>
            <a:r>
              <a:rPr lang="en-US" altLang="zh-Hans-HK" sz="28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Hans-HK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Hans-HK" sz="2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Hans-HK" sz="28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ans-HK" sz="2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,..,y</a:t>
            </a:r>
            <a:r>
              <a:rPr lang="en-US" altLang="zh-Hans-HK" sz="28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Hans-HK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假设我们要将</a:t>
            </a:r>
            <a:r>
              <a:rPr lang="zh-CN" altLang="zh-Hans-HK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他们两两相乘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再相加</a:t>
            </a:r>
            <a:r>
              <a:rPr lang="zh-CN" altLang="en-US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与某个</a:t>
            </a:r>
            <a:r>
              <a:rPr lang="en-US" altLang="zh-CN" sz="2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kern="1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相乘）</a:t>
            </a:r>
            <a:endParaRPr lang="en-US" altLang="zh-CN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Hans-HK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如何设计方案才能使</a:t>
            </a:r>
            <a:r>
              <a:rPr lang="en-US" altLang="zh-Hans-HK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Hans-HK" sz="28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个乘积之和最大？</a:t>
            </a:r>
            <a:endParaRPr lang="en-US" altLang="zh-CN" sz="28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zh-Hans-HK" sz="2800" kern="1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如何设计方案才能使</a:t>
            </a:r>
            <a:r>
              <a:rPr lang="en-US" altLang="zh-Hans-HK" sz="2800" kern="1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Hans-HK" sz="2800" kern="1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个乘积之和最小？ </a:t>
            </a:r>
            <a:endParaRPr lang="en-US" altLang="zh-CN" sz="2800" kern="100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kern="1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举例：</a:t>
            </a:r>
            <a:endParaRPr lang="en-US" altLang="zh-CN" sz="2800" kern="100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200" kern="1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07C35926-72D4-4147-B9D7-86240636CBE2}"/>
              </a:ext>
            </a:extLst>
          </p:cNvPr>
          <p:cNvGrpSpPr/>
          <p:nvPr/>
        </p:nvGrpSpPr>
        <p:grpSpPr>
          <a:xfrm>
            <a:off x="1509502" y="4560350"/>
            <a:ext cx="1714502" cy="1495901"/>
            <a:chOff x="1019176" y="4600099"/>
            <a:chExt cx="1714502" cy="1495901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E171913-6497-4D68-8468-2C254851A666}"/>
                </a:ext>
              </a:extLst>
            </p:cNvPr>
            <p:cNvSpPr txBox="1"/>
            <p:nvPr/>
          </p:nvSpPr>
          <p:spPr>
            <a:xfrm>
              <a:off x="1362076" y="46101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Hans-HK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CFC0D69-1109-4610-8411-64A34D2863ED}"/>
                </a:ext>
              </a:extLst>
            </p:cNvPr>
            <p:cNvSpPr txBox="1"/>
            <p:nvPr/>
          </p:nvSpPr>
          <p:spPr>
            <a:xfrm>
              <a:off x="1362075" y="51625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Hans-HK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E635090-5D2B-4451-A210-2A429DCB1A5E}"/>
                </a:ext>
              </a:extLst>
            </p:cNvPr>
            <p:cNvSpPr txBox="1"/>
            <p:nvPr/>
          </p:nvSpPr>
          <p:spPr>
            <a:xfrm>
              <a:off x="1362075" y="57150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Hans-HK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26493B9-E70A-4CB0-A953-45EA39067D6A}"/>
                </a:ext>
              </a:extLst>
            </p:cNvPr>
            <p:cNvSpPr txBox="1"/>
            <p:nvPr/>
          </p:nvSpPr>
          <p:spPr>
            <a:xfrm>
              <a:off x="2000251" y="46101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Hans-HK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990F913-8719-464D-8F73-9B04C3F41B04}"/>
                </a:ext>
              </a:extLst>
            </p:cNvPr>
            <p:cNvSpPr txBox="1"/>
            <p:nvPr/>
          </p:nvSpPr>
          <p:spPr>
            <a:xfrm>
              <a:off x="2000251" y="51625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Hans-HK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F44DA42-9C77-4BAD-8B8A-68B73463AE7C}"/>
                </a:ext>
              </a:extLst>
            </p:cNvPr>
            <p:cNvSpPr txBox="1"/>
            <p:nvPr/>
          </p:nvSpPr>
          <p:spPr>
            <a:xfrm>
              <a:off x="2000251" y="57150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Hans-HK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603043A-6DD1-4828-8BE3-2CC3A898D0F0}"/>
                </a:ext>
              </a:extLst>
            </p:cNvPr>
            <p:cNvSpPr txBox="1"/>
            <p:nvPr/>
          </p:nvSpPr>
          <p:spPr>
            <a:xfrm>
              <a:off x="1038226" y="4602718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B050"/>
                  </a:solidFill>
                </a:rPr>
                <a:t>x</a:t>
              </a:r>
              <a:r>
                <a:rPr lang="en-US" altLang="zh-CN" sz="2000" baseline="-25000" dirty="0">
                  <a:solidFill>
                    <a:srgbClr val="00B050"/>
                  </a:solidFill>
                </a:rPr>
                <a:t>1</a:t>
              </a:r>
              <a:endParaRPr lang="zh-Hans-HK" altLang="en-US" sz="2000" baseline="-25000" dirty="0">
                <a:solidFill>
                  <a:srgbClr val="00B050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49EF49B-103C-4F01-8CAD-D0AE669056ED}"/>
                </a:ext>
              </a:extLst>
            </p:cNvPr>
            <p:cNvSpPr txBox="1"/>
            <p:nvPr/>
          </p:nvSpPr>
          <p:spPr>
            <a:xfrm>
              <a:off x="1038226" y="513397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B050"/>
                  </a:solidFill>
                </a:rPr>
                <a:t>x</a:t>
              </a:r>
              <a:r>
                <a:rPr lang="en-US" altLang="zh-CN" sz="2000" baseline="-25000" dirty="0">
                  <a:solidFill>
                    <a:srgbClr val="00B050"/>
                  </a:solidFill>
                </a:rPr>
                <a:t>2</a:t>
              </a:r>
              <a:endParaRPr lang="zh-Hans-HK" altLang="en-US" sz="2000" baseline="-25000" dirty="0">
                <a:solidFill>
                  <a:srgbClr val="00B050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5354F59-8226-46CF-A379-FCD91671D969}"/>
                </a:ext>
              </a:extLst>
            </p:cNvPr>
            <p:cNvSpPr txBox="1"/>
            <p:nvPr/>
          </p:nvSpPr>
          <p:spPr>
            <a:xfrm>
              <a:off x="1019176" y="567475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B050"/>
                  </a:solidFill>
                </a:rPr>
                <a:t>x</a:t>
              </a:r>
              <a:r>
                <a:rPr lang="en-US" altLang="zh-CN" sz="2000" baseline="-25000" dirty="0">
                  <a:solidFill>
                    <a:srgbClr val="00B050"/>
                  </a:solidFill>
                </a:rPr>
                <a:t>3</a:t>
              </a:r>
              <a:endParaRPr lang="zh-Hans-HK" altLang="en-US" sz="2000" baseline="-25000" dirty="0">
                <a:solidFill>
                  <a:srgbClr val="00B050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E2D7C4D-A674-486A-952E-1F6243BA0B88}"/>
                </a:ext>
              </a:extLst>
            </p:cNvPr>
            <p:cNvSpPr txBox="1"/>
            <p:nvPr/>
          </p:nvSpPr>
          <p:spPr>
            <a:xfrm>
              <a:off x="2305054" y="4600099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B050"/>
                  </a:solidFill>
                </a:rPr>
                <a:t>y</a:t>
              </a:r>
              <a:r>
                <a:rPr lang="en-US" altLang="zh-CN" sz="2000" baseline="-25000" dirty="0">
                  <a:solidFill>
                    <a:srgbClr val="00B050"/>
                  </a:solidFill>
                </a:rPr>
                <a:t>1</a:t>
              </a:r>
              <a:endParaRPr lang="zh-Hans-HK" altLang="en-US" sz="2000" baseline="-25000" dirty="0">
                <a:solidFill>
                  <a:srgbClr val="00B05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74F36A0-9C6C-4A98-9786-E9AD7724FCA2}"/>
                </a:ext>
              </a:extLst>
            </p:cNvPr>
            <p:cNvSpPr txBox="1"/>
            <p:nvPr/>
          </p:nvSpPr>
          <p:spPr>
            <a:xfrm>
              <a:off x="2314578" y="5136118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B050"/>
                  </a:solidFill>
                </a:rPr>
                <a:t>y</a:t>
              </a:r>
              <a:r>
                <a:rPr lang="en-US" altLang="zh-CN" sz="2000" baseline="-25000" dirty="0">
                  <a:solidFill>
                    <a:srgbClr val="00B050"/>
                  </a:solidFill>
                </a:rPr>
                <a:t>2</a:t>
              </a:r>
              <a:endParaRPr lang="zh-Hans-HK" altLang="en-US" sz="2000" baseline="-25000" dirty="0">
                <a:solidFill>
                  <a:srgbClr val="00B050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E9BF95C-2008-4441-AB9A-5D555824335F}"/>
                </a:ext>
              </a:extLst>
            </p:cNvPr>
            <p:cNvSpPr txBox="1"/>
            <p:nvPr/>
          </p:nvSpPr>
          <p:spPr>
            <a:xfrm>
              <a:off x="2305053" y="567475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B050"/>
                  </a:solidFill>
                </a:rPr>
                <a:t>y</a:t>
              </a:r>
              <a:r>
                <a:rPr lang="en-US" altLang="zh-CN" sz="2000" baseline="-25000" dirty="0">
                  <a:solidFill>
                    <a:srgbClr val="00B050"/>
                  </a:solidFill>
                </a:rPr>
                <a:t>3</a:t>
              </a:r>
              <a:endParaRPr lang="zh-Hans-HK" altLang="en-US" sz="2000" baseline="-250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A36FE1C-E9B6-449E-A531-B60A19A596A3}"/>
              </a:ext>
            </a:extLst>
          </p:cNvPr>
          <p:cNvGrpSpPr/>
          <p:nvPr/>
        </p:nvGrpSpPr>
        <p:grpSpPr>
          <a:xfrm>
            <a:off x="4271757" y="4565112"/>
            <a:ext cx="1057276" cy="1485900"/>
            <a:chOff x="3724274" y="4629150"/>
            <a:chExt cx="1057276" cy="148590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F2D7940-9B78-43F9-A6BE-E8DC844E9ECC}"/>
                </a:ext>
              </a:extLst>
            </p:cNvPr>
            <p:cNvSpPr txBox="1"/>
            <p:nvPr/>
          </p:nvSpPr>
          <p:spPr>
            <a:xfrm>
              <a:off x="3724275" y="46291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Hans-HK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8F930F3-84F1-466B-84C5-028C943407F3}"/>
                </a:ext>
              </a:extLst>
            </p:cNvPr>
            <p:cNvSpPr txBox="1"/>
            <p:nvPr/>
          </p:nvSpPr>
          <p:spPr>
            <a:xfrm>
              <a:off x="3724274" y="51816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Hans-HK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A8AACE4-0DFB-438F-9F86-CAA69487E6E2}"/>
                </a:ext>
              </a:extLst>
            </p:cNvPr>
            <p:cNvSpPr txBox="1"/>
            <p:nvPr/>
          </p:nvSpPr>
          <p:spPr>
            <a:xfrm>
              <a:off x="3724274" y="57340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Hans-HK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62F8F31-4385-4110-9B05-8EF464D8D6C9}"/>
                </a:ext>
              </a:extLst>
            </p:cNvPr>
            <p:cNvSpPr txBox="1"/>
            <p:nvPr/>
          </p:nvSpPr>
          <p:spPr>
            <a:xfrm>
              <a:off x="4362450" y="46291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Hans-HK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A571284-416E-47A8-A74B-3E2E43824438}"/>
                </a:ext>
              </a:extLst>
            </p:cNvPr>
            <p:cNvSpPr txBox="1"/>
            <p:nvPr/>
          </p:nvSpPr>
          <p:spPr>
            <a:xfrm>
              <a:off x="4362450" y="51816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Hans-HK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94DAC76-4C89-4AF7-8A41-524F31CEE495}"/>
                </a:ext>
              </a:extLst>
            </p:cNvPr>
            <p:cNvSpPr txBox="1"/>
            <p:nvPr/>
          </p:nvSpPr>
          <p:spPr>
            <a:xfrm>
              <a:off x="4362450" y="57340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Hans-HK" altLang="en-US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58AA975-2026-41EE-83AB-7DDF81B17032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4000500" y="4819650"/>
              <a:ext cx="3619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DE84520-4598-402A-8177-12CC972D530D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5372100"/>
              <a:ext cx="3619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65A15CE-0048-4F09-83B1-33334FF075E8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5953125"/>
              <a:ext cx="3619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0D67BF9-E14A-48EA-BBF8-83D4B88F64DE}"/>
              </a:ext>
            </a:extLst>
          </p:cNvPr>
          <p:cNvGrpSpPr/>
          <p:nvPr/>
        </p:nvGrpSpPr>
        <p:grpSpPr>
          <a:xfrm>
            <a:off x="6595861" y="4560350"/>
            <a:ext cx="1057276" cy="1485900"/>
            <a:chOff x="5572123" y="4629150"/>
            <a:chExt cx="1057276" cy="1485900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1C3DBAF-9A44-4C89-BD42-13A1AE90C3B2}"/>
                </a:ext>
              </a:extLst>
            </p:cNvPr>
            <p:cNvSpPr txBox="1"/>
            <p:nvPr/>
          </p:nvSpPr>
          <p:spPr>
            <a:xfrm>
              <a:off x="5572124" y="46291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Hans-HK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587104F4-7CCD-49E3-A186-E437EF695F03}"/>
                </a:ext>
              </a:extLst>
            </p:cNvPr>
            <p:cNvSpPr txBox="1"/>
            <p:nvPr/>
          </p:nvSpPr>
          <p:spPr>
            <a:xfrm>
              <a:off x="5572123" y="51816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Hans-HK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9986ACBE-A170-46E6-91AE-C5497F67B0B7}"/>
                </a:ext>
              </a:extLst>
            </p:cNvPr>
            <p:cNvSpPr txBox="1"/>
            <p:nvPr/>
          </p:nvSpPr>
          <p:spPr>
            <a:xfrm>
              <a:off x="5572123" y="57340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Hans-HK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AA49828E-4CDE-41E8-B86B-139787DDDE3A}"/>
                </a:ext>
              </a:extLst>
            </p:cNvPr>
            <p:cNvSpPr txBox="1"/>
            <p:nvPr/>
          </p:nvSpPr>
          <p:spPr>
            <a:xfrm>
              <a:off x="6210299" y="46291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Hans-HK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D8FE7C0-6585-4F9F-887B-77F729C728FC}"/>
                </a:ext>
              </a:extLst>
            </p:cNvPr>
            <p:cNvSpPr txBox="1"/>
            <p:nvPr/>
          </p:nvSpPr>
          <p:spPr>
            <a:xfrm>
              <a:off x="6210299" y="518160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Hans-HK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8F0CE3D-B72C-46C2-968E-16DFABEC06D6}"/>
                </a:ext>
              </a:extLst>
            </p:cNvPr>
            <p:cNvSpPr txBox="1"/>
            <p:nvPr/>
          </p:nvSpPr>
          <p:spPr>
            <a:xfrm>
              <a:off x="6210299" y="5734050"/>
              <a:ext cx="4191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Hans-HK" altLang="en-US" dirty="0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28E46F86-EDFE-4127-A1E7-543A12734F1C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49" y="4819650"/>
              <a:ext cx="466726" cy="10572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99C05F2-DD5D-4B5A-8F0C-A44C79F6F2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8349" y="4895850"/>
              <a:ext cx="466726" cy="4762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48C2BB3A-C508-4BE9-AEEC-D2EA4D377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8349" y="5372100"/>
              <a:ext cx="466726" cy="5810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E5462618-35CE-4241-A0BB-8A7900456AEE}"/>
              </a:ext>
            </a:extLst>
          </p:cNvPr>
          <p:cNvSpPr txBox="1"/>
          <p:nvPr/>
        </p:nvSpPr>
        <p:spPr>
          <a:xfrm>
            <a:off x="3647875" y="6193292"/>
            <a:ext cx="231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>
                <a:solidFill>
                  <a:srgbClr val="0070C0"/>
                </a:solidFill>
              </a:rPr>
              <a:t>1*4+2*6+5*3=31</a:t>
            </a:r>
            <a:endParaRPr lang="zh-Hans-HK" altLang="en-US" dirty="0">
              <a:solidFill>
                <a:srgbClr val="0070C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B0188B1-1DCE-4A35-8B2B-1DD2B6828B81}"/>
              </a:ext>
            </a:extLst>
          </p:cNvPr>
          <p:cNvSpPr txBox="1"/>
          <p:nvPr/>
        </p:nvSpPr>
        <p:spPr>
          <a:xfrm>
            <a:off x="6286299" y="6195435"/>
            <a:ext cx="231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-HK" dirty="0">
                <a:solidFill>
                  <a:srgbClr val="0070C0"/>
                </a:solidFill>
              </a:rPr>
              <a:t>5*6+2*4+1*3=41</a:t>
            </a:r>
            <a:endParaRPr lang="zh-Hans-HK" altLang="en-US" dirty="0">
              <a:solidFill>
                <a:srgbClr val="0070C0"/>
              </a:solidFill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31BEA679-A096-5445-9002-D82C04BC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880165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19DEA-0BA6-4C22-9999-407F7D5D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Exchange Argument </a:t>
            </a:r>
            <a:r>
              <a:rPr lang="zh-CN" altLang="en-US" dirty="0">
                <a:solidFill>
                  <a:schemeClr val="bg1"/>
                </a:solidFill>
              </a:rPr>
              <a:t>的更多例子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13CD7-1EA9-4EE8-B49A-E313855B54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不妨假设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x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≥ … ≥ </a:t>
            </a:r>
            <a:r>
              <a:rPr lang="en-US" altLang="zh-CN" sz="2400" kern="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kern="1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≥ y</a:t>
            </a:r>
            <a:r>
              <a:rPr lang="en-US" altLang="zh-CN" sz="2400" kern="1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≥ … ≥ </a:t>
            </a:r>
            <a:r>
              <a:rPr lang="en-US" altLang="zh-CN" sz="2400" kern="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kern="1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2400" kern="1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乘积之和的最大值为</a:t>
            </a:r>
            <a:r>
              <a:rPr lang="en-US" altLang="zh-Hans-HK" sz="28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Hans-HK" sz="2800" kern="1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ans-HK" sz="28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·y</a:t>
            </a:r>
            <a:r>
              <a:rPr lang="en-US" altLang="zh-Hans-HK" sz="2800" kern="1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ans-HK" sz="28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Hans-HK" sz="2800" kern="1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ans-HK" sz="28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·y</a:t>
            </a:r>
            <a:r>
              <a:rPr lang="en-US" altLang="zh-Hans-HK" sz="2800" kern="1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ans-HK" sz="2800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+…</a:t>
            </a:r>
            <a:r>
              <a:rPr lang="en-US" altLang="zh-Hans-HK" sz="2800" kern="1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Hans-HK" sz="2800" kern="1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Hans-HK" sz="2800" kern="1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·y</a:t>
            </a:r>
            <a:r>
              <a:rPr lang="en-US" altLang="zh-Hans-HK" sz="2800" kern="1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Hans-HK" altLang="zh-Hans-HK" sz="2800" kern="100" dirty="0">
              <a:solidFill>
                <a:srgbClr val="0000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考虑任何一种方案，其中某个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不是乘以</a:t>
            </a:r>
            <a:r>
              <a:rPr lang="en-US" altLang="zh-CN" sz="28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的。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968C92F-6DE3-4D52-BC37-8FB3EC3CFAA8}"/>
              </a:ext>
            </a:extLst>
          </p:cNvPr>
          <p:cNvSpPr txBox="1"/>
          <p:nvPr/>
        </p:nvSpPr>
        <p:spPr>
          <a:xfrm>
            <a:off x="342164" y="6244522"/>
            <a:ext cx="87589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问题背景：排序不等式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Rearrangement Inequality </a:t>
            </a:r>
            <a:r>
              <a:rPr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wikipedia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Hans-HK" altLang="en-US" sz="1600" dirty="0">
              <a:solidFill>
                <a:schemeClr val="accent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F642801-252A-412E-9A04-B1DF9E3B46B6}"/>
              </a:ext>
            </a:extLst>
          </p:cNvPr>
          <p:cNvSpPr txBox="1"/>
          <p:nvPr/>
        </p:nvSpPr>
        <p:spPr>
          <a:xfrm>
            <a:off x="4932492" y="3184064"/>
            <a:ext cx="4011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∆= (x</a:t>
            </a:r>
            <a:r>
              <a:rPr lang="en-US" altLang="zh-CN" sz="2400" baseline="-25000" dirty="0"/>
              <a:t>3 </a:t>
            </a:r>
            <a:r>
              <a:rPr lang="en-US" altLang="zh-CN" sz="2400" dirty="0"/>
              <a:t>y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+x</a:t>
            </a:r>
            <a:r>
              <a:rPr lang="en-US" altLang="zh-CN" sz="2400" baseline="-25000" dirty="0"/>
              <a:t>4 </a:t>
            </a:r>
            <a:r>
              <a:rPr lang="en-US" altLang="zh-CN" sz="2400" dirty="0"/>
              <a:t>y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)-(x</a:t>
            </a:r>
            <a:r>
              <a:rPr lang="en-US" altLang="zh-CN" sz="2400" baseline="-25000" dirty="0"/>
              <a:t>3 </a:t>
            </a:r>
            <a:r>
              <a:rPr lang="en-US" altLang="zh-CN" sz="2400" dirty="0"/>
              <a:t>y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+x</a:t>
            </a:r>
            <a:r>
              <a:rPr lang="en-US" altLang="zh-CN" sz="2400" baseline="-25000" dirty="0"/>
              <a:t>4 </a:t>
            </a:r>
            <a:r>
              <a:rPr lang="en-US" altLang="zh-CN" sz="2400" dirty="0"/>
              <a:t>y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  = x</a:t>
            </a:r>
            <a:r>
              <a:rPr lang="en-US" altLang="zh-CN" sz="2400" baseline="-25000" dirty="0"/>
              <a:t>3 </a:t>
            </a:r>
            <a:r>
              <a:rPr lang="en-US" altLang="zh-CN" sz="2400" dirty="0"/>
              <a:t>(y</a:t>
            </a:r>
            <a:r>
              <a:rPr lang="en-US" altLang="zh-CN" sz="2400" baseline="-25000" dirty="0"/>
              <a:t>3 </a:t>
            </a:r>
            <a:r>
              <a:rPr lang="en-US" altLang="zh-CN" sz="2400" dirty="0"/>
              <a:t>- y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)+x</a:t>
            </a:r>
            <a:r>
              <a:rPr lang="en-US" altLang="zh-CN" sz="2400" baseline="-25000" dirty="0"/>
              <a:t>4 </a:t>
            </a:r>
            <a:r>
              <a:rPr lang="en-US" altLang="zh-CN" sz="2400" dirty="0"/>
              <a:t>(y</a:t>
            </a:r>
            <a:r>
              <a:rPr lang="en-US" altLang="zh-CN" sz="2400" baseline="-25000" dirty="0"/>
              <a:t>5 </a:t>
            </a:r>
            <a:r>
              <a:rPr lang="en-US" altLang="zh-CN" sz="2400" dirty="0"/>
              <a:t>- y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  = (x</a:t>
            </a:r>
            <a:r>
              <a:rPr lang="en-US" altLang="zh-CN" sz="2400" baseline="-25000" dirty="0"/>
              <a:t>3 </a:t>
            </a:r>
            <a:r>
              <a:rPr lang="en-US" altLang="zh-CN" sz="2400" dirty="0"/>
              <a:t>- x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 (y</a:t>
            </a:r>
            <a:r>
              <a:rPr lang="en-US" altLang="zh-CN" sz="2400" baseline="-25000" dirty="0"/>
              <a:t>3 </a:t>
            </a:r>
            <a:r>
              <a:rPr lang="en-US" altLang="zh-CN" sz="2400" dirty="0"/>
              <a:t>- y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  ≥ 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DC1B25-6048-FD4A-9152-E9192D03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28</a:t>
            </a:fld>
            <a:endParaRPr kumimoji="1"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25B25D7-B985-472D-A9B5-6B5DA16D3FC7}"/>
              </a:ext>
            </a:extLst>
          </p:cNvPr>
          <p:cNvGrpSpPr/>
          <p:nvPr/>
        </p:nvGrpSpPr>
        <p:grpSpPr>
          <a:xfrm>
            <a:off x="1590806" y="3079754"/>
            <a:ext cx="1111758" cy="2573835"/>
            <a:chOff x="1747827" y="3429000"/>
            <a:chExt cx="1111758" cy="257383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C9ADEA-BE9E-46D5-9DA5-CAA1423AB31C}"/>
                </a:ext>
              </a:extLst>
            </p:cNvPr>
            <p:cNvSpPr txBox="1"/>
            <p:nvPr/>
          </p:nvSpPr>
          <p:spPr>
            <a:xfrm>
              <a:off x="1766877" y="3429000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1</a:t>
              </a:r>
              <a:endParaRPr lang="zh-Hans-HK" altLang="en-US" sz="2000" baseline="-250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25B2CCD-F649-4870-8EC4-979056D9943E}"/>
                </a:ext>
              </a:extLst>
            </p:cNvPr>
            <p:cNvSpPr txBox="1"/>
            <p:nvPr/>
          </p:nvSpPr>
          <p:spPr>
            <a:xfrm>
              <a:off x="1766877" y="396025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2</a:t>
              </a:r>
              <a:endParaRPr lang="zh-Hans-HK" altLang="en-US" sz="2000" baseline="-250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CFFE2CE-04C2-4CCA-9732-E31D0A8FE104}"/>
                </a:ext>
              </a:extLst>
            </p:cNvPr>
            <p:cNvSpPr txBox="1"/>
            <p:nvPr/>
          </p:nvSpPr>
          <p:spPr>
            <a:xfrm>
              <a:off x="1747827" y="4501039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3</a:t>
              </a:r>
              <a:endParaRPr lang="zh-Hans-HK" altLang="en-US" sz="2000" baseline="-25000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9CCF72-6711-41ED-9A29-6D04CA0F1C82}"/>
                </a:ext>
              </a:extLst>
            </p:cNvPr>
            <p:cNvSpPr txBox="1"/>
            <p:nvPr/>
          </p:nvSpPr>
          <p:spPr>
            <a:xfrm>
              <a:off x="1747827" y="503753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4</a:t>
              </a:r>
              <a:endParaRPr lang="zh-Hans-HK" altLang="en-US" sz="2000" baseline="-25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1167070-DFF4-4A81-91AE-B7407B75AB65}"/>
                </a:ext>
              </a:extLst>
            </p:cNvPr>
            <p:cNvSpPr txBox="1"/>
            <p:nvPr/>
          </p:nvSpPr>
          <p:spPr>
            <a:xfrm>
              <a:off x="1747827" y="560272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5</a:t>
              </a:r>
              <a:endParaRPr lang="zh-Hans-HK" altLang="en-US" sz="2000" baseline="-25000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BD4A88-D401-452E-9643-A9D45A63B593}"/>
                </a:ext>
              </a:extLst>
            </p:cNvPr>
            <p:cNvSpPr txBox="1"/>
            <p:nvPr/>
          </p:nvSpPr>
          <p:spPr>
            <a:xfrm>
              <a:off x="2440485" y="3429000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1</a:t>
              </a:r>
              <a:endParaRPr lang="zh-Hans-HK" altLang="en-US" sz="2000" baseline="-250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E3A8F03-333E-4973-9122-3BC56E1E9B50}"/>
                </a:ext>
              </a:extLst>
            </p:cNvPr>
            <p:cNvSpPr txBox="1"/>
            <p:nvPr/>
          </p:nvSpPr>
          <p:spPr>
            <a:xfrm>
              <a:off x="2440485" y="396025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2</a:t>
              </a:r>
              <a:endParaRPr lang="zh-Hans-HK" altLang="en-US" sz="2000" baseline="-250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15420D6-685A-4B89-A52C-A58FA0753A5C}"/>
                </a:ext>
              </a:extLst>
            </p:cNvPr>
            <p:cNvSpPr txBox="1"/>
            <p:nvPr/>
          </p:nvSpPr>
          <p:spPr>
            <a:xfrm>
              <a:off x="2421435" y="4501039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3</a:t>
              </a:r>
              <a:endParaRPr lang="zh-Hans-HK" altLang="en-US" sz="2000" baseline="-250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C54D8EF-B46A-4A1B-8A22-AACA2A4A5AF2}"/>
                </a:ext>
              </a:extLst>
            </p:cNvPr>
            <p:cNvSpPr txBox="1"/>
            <p:nvPr/>
          </p:nvSpPr>
          <p:spPr>
            <a:xfrm>
              <a:off x="2421435" y="503753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4</a:t>
              </a:r>
              <a:endParaRPr lang="zh-Hans-HK" altLang="en-US" sz="2000" baseline="-250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31A6B3F-C985-4CD7-8219-4100E810A5E2}"/>
                </a:ext>
              </a:extLst>
            </p:cNvPr>
            <p:cNvSpPr txBox="1"/>
            <p:nvPr/>
          </p:nvSpPr>
          <p:spPr>
            <a:xfrm>
              <a:off x="2421435" y="560272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5</a:t>
              </a:r>
              <a:endParaRPr lang="zh-Hans-HK" altLang="en-US" sz="2000" baseline="-25000" dirty="0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91330B4-8E6E-4B63-9EA2-14B0A56B829B}"/>
                </a:ext>
              </a:extLst>
            </p:cNvPr>
            <p:cNvCxnSpPr>
              <a:stCxn id="5" idx="3"/>
              <a:endCxn id="14" idx="1"/>
            </p:cNvCxnSpPr>
            <p:nvPr/>
          </p:nvCxnSpPr>
          <p:spPr>
            <a:xfrm>
              <a:off x="2185977" y="3629055"/>
              <a:ext cx="2545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BE67093-ED3C-40B9-B5DC-72292659381A}"/>
                </a:ext>
              </a:extLst>
            </p:cNvPr>
            <p:cNvCxnSpPr/>
            <p:nvPr/>
          </p:nvCxnSpPr>
          <p:spPr>
            <a:xfrm>
              <a:off x="2166927" y="4171450"/>
              <a:ext cx="2545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91DA5DE-A0EB-4626-9A49-DF57BFEBEB5D}"/>
                </a:ext>
              </a:extLst>
            </p:cNvPr>
            <p:cNvCxnSpPr>
              <a:cxnSpLocks/>
            </p:cNvCxnSpPr>
            <p:nvPr/>
          </p:nvCxnSpPr>
          <p:spPr>
            <a:xfrm>
              <a:off x="2089474" y="4787109"/>
              <a:ext cx="401976" cy="8734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410DFE5-65EE-48FA-8A6A-8F64F747E6C0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H="1">
              <a:off x="2166927" y="4729234"/>
              <a:ext cx="273558" cy="508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08A9D3E-1E4A-4ACE-881E-8564AC676081}"/>
              </a:ext>
            </a:extLst>
          </p:cNvPr>
          <p:cNvGrpSpPr/>
          <p:nvPr/>
        </p:nvGrpSpPr>
        <p:grpSpPr>
          <a:xfrm>
            <a:off x="3307461" y="3106281"/>
            <a:ext cx="1111758" cy="2573835"/>
            <a:chOff x="3464482" y="3455527"/>
            <a:chExt cx="1111758" cy="2573835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6DB63B2-2EE1-42D6-809A-CFFD24687737}"/>
                </a:ext>
              </a:extLst>
            </p:cNvPr>
            <p:cNvSpPr txBox="1"/>
            <p:nvPr/>
          </p:nvSpPr>
          <p:spPr>
            <a:xfrm>
              <a:off x="3483532" y="345552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1</a:t>
              </a:r>
              <a:endParaRPr lang="zh-Hans-HK" altLang="en-US" sz="2000" baseline="-25000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E39E757-72A4-4156-9ECA-5E99B06EE079}"/>
                </a:ext>
              </a:extLst>
            </p:cNvPr>
            <p:cNvSpPr txBox="1"/>
            <p:nvPr/>
          </p:nvSpPr>
          <p:spPr>
            <a:xfrm>
              <a:off x="3483532" y="3986784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2</a:t>
              </a:r>
              <a:endParaRPr lang="zh-Hans-HK" altLang="en-US" sz="2000" baseline="-250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99B667D-6ADA-4662-BB85-65B98E859F9C}"/>
                </a:ext>
              </a:extLst>
            </p:cNvPr>
            <p:cNvSpPr txBox="1"/>
            <p:nvPr/>
          </p:nvSpPr>
          <p:spPr>
            <a:xfrm>
              <a:off x="3464482" y="4527566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3</a:t>
              </a:r>
              <a:endParaRPr lang="zh-Hans-HK" altLang="en-US" sz="2000" baseline="-25000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C308A14-BDBF-4955-BD4D-10FD74BD871B}"/>
                </a:ext>
              </a:extLst>
            </p:cNvPr>
            <p:cNvSpPr txBox="1"/>
            <p:nvPr/>
          </p:nvSpPr>
          <p:spPr>
            <a:xfrm>
              <a:off x="3464482" y="506406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4</a:t>
              </a:r>
              <a:endParaRPr lang="zh-Hans-HK" altLang="en-US" sz="2000" baseline="-25000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8290BED-77DD-456D-9C77-9D0998964DBF}"/>
                </a:ext>
              </a:extLst>
            </p:cNvPr>
            <p:cNvSpPr txBox="1"/>
            <p:nvPr/>
          </p:nvSpPr>
          <p:spPr>
            <a:xfrm>
              <a:off x="3464482" y="562925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x</a:t>
              </a:r>
              <a:r>
                <a:rPr lang="en-US" altLang="zh-CN" sz="2000" baseline="-25000" dirty="0"/>
                <a:t>5</a:t>
              </a:r>
              <a:endParaRPr lang="zh-Hans-HK" altLang="en-US" sz="2000" baseline="-250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EEFFE0C-2E6D-4252-ACDB-3836836DE99A}"/>
                </a:ext>
              </a:extLst>
            </p:cNvPr>
            <p:cNvSpPr txBox="1"/>
            <p:nvPr/>
          </p:nvSpPr>
          <p:spPr>
            <a:xfrm>
              <a:off x="4157140" y="345552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1</a:t>
              </a:r>
              <a:endParaRPr lang="zh-Hans-HK" altLang="en-US" sz="2000" baseline="-25000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33932AB-936D-4A1A-983B-2A40ACF130D5}"/>
                </a:ext>
              </a:extLst>
            </p:cNvPr>
            <p:cNvSpPr txBox="1"/>
            <p:nvPr/>
          </p:nvSpPr>
          <p:spPr>
            <a:xfrm>
              <a:off x="4157140" y="3986784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2</a:t>
              </a:r>
              <a:endParaRPr lang="zh-Hans-HK" altLang="en-US" sz="2000" baseline="-25000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ABF3EDD-21C6-4703-BA01-913627473AA5}"/>
                </a:ext>
              </a:extLst>
            </p:cNvPr>
            <p:cNvSpPr txBox="1"/>
            <p:nvPr/>
          </p:nvSpPr>
          <p:spPr>
            <a:xfrm>
              <a:off x="4138090" y="4527566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3</a:t>
              </a:r>
              <a:endParaRPr lang="zh-Hans-HK" altLang="en-US" sz="2000" baseline="-250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3281B76-FAC4-4373-B371-D6C6D50C613C}"/>
                </a:ext>
              </a:extLst>
            </p:cNvPr>
            <p:cNvSpPr txBox="1"/>
            <p:nvPr/>
          </p:nvSpPr>
          <p:spPr>
            <a:xfrm>
              <a:off x="4138090" y="506406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4</a:t>
              </a:r>
              <a:endParaRPr lang="zh-Hans-HK" altLang="en-US" sz="2000" baseline="-250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946E9D4-8EBB-43E6-8BC6-D08586224F60}"/>
                </a:ext>
              </a:extLst>
            </p:cNvPr>
            <p:cNvSpPr txBox="1"/>
            <p:nvPr/>
          </p:nvSpPr>
          <p:spPr>
            <a:xfrm>
              <a:off x="4138090" y="562925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y</a:t>
              </a:r>
              <a:r>
                <a:rPr lang="en-US" altLang="zh-CN" sz="2000" baseline="-25000" dirty="0"/>
                <a:t>5</a:t>
              </a:r>
              <a:endParaRPr lang="zh-Hans-HK" altLang="en-US" sz="2000" baseline="-25000" dirty="0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1B353D1-00FC-41CD-A36D-75297D57F4BA}"/>
                </a:ext>
              </a:extLst>
            </p:cNvPr>
            <p:cNvCxnSpPr>
              <a:stCxn id="30" idx="3"/>
              <a:endCxn id="35" idx="1"/>
            </p:cNvCxnSpPr>
            <p:nvPr/>
          </p:nvCxnSpPr>
          <p:spPr>
            <a:xfrm>
              <a:off x="3902632" y="3655582"/>
              <a:ext cx="2545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0F77202-0983-401F-8B9E-37DCD7C69077}"/>
                </a:ext>
              </a:extLst>
            </p:cNvPr>
            <p:cNvCxnSpPr/>
            <p:nvPr/>
          </p:nvCxnSpPr>
          <p:spPr>
            <a:xfrm>
              <a:off x="3883582" y="4197977"/>
              <a:ext cx="2545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E9D8EBE-0FE7-441B-B162-363963CD04F1}"/>
                </a:ext>
              </a:extLst>
            </p:cNvPr>
            <p:cNvCxnSpPr>
              <a:cxnSpLocks/>
              <a:stCxn id="32" idx="3"/>
              <a:endCxn id="37" idx="1"/>
            </p:cNvCxnSpPr>
            <p:nvPr/>
          </p:nvCxnSpPr>
          <p:spPr>
            <a:xfrm>
              <a:off x="3883582" y="4727621"/>
              <a:ext cx="2545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7F683BD9-C0B5-4E96-8F44-5F1C510922C0}"/>
                </a:ext>
              </a:extLst>
            </p:cNvPr>
            <p:cNvCxnSpPr>
              <a:cxnSpLocks/>
              <a:endCxn id="39" idx="1"/>
            </p:cNvCxnSpPr>
            <p:nvPr/>
          </p:nvCxnSpPr>
          <p:spPr>
            <a:xfrm>
              <a:off x="3883582" y="5437645"/>
              <a:ext cx="254508" cy="391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AA46D756-E93E-FE49-AC87-68F9E7506C2E}"/>
              </a:ext>
            </a:extLst>
          </p:cNvPr>
          <p:cNvSpPr txBox="1"/>
          <p:nvPr/>
        </p:nvSpPr>
        <p:spPr>
          <a:xfrm>
            <a:off x="4572000" y="4874608"/>
            <a:ext cx="44206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AutoNum type="arabicParenBoth"/>
            </a:pPr>
            <a:r>
              <a:rPr lang="zh-CN" altLang="en-US" sz="2000" b="1" dirty="0">
                <a:solidFill>
                  <a:srgbClr val="C00000"/>
                </a:solidFill>
              </a:rPr>
              <a:t>经过调整后，乘积之和不下降。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457200" indent="-457200">
              <a:spcBef>
                <a:spcPts val="1200"/>
              </a:spcBef>
              <a:buAutoNum type="arabicParenBoth"/>
            </a:pPr>
            <a:r>
              <a:rPr lang="zh-CN" altLang="en-US" sz="2000" b="1" dirty="0">
                <a:solidFill>
                  <a:srgbClr val="C00000"/>
                </a:solidFill>
              </a:rPr>
              <a:t>调整完成后，对所有</a:t>
            </a:r>
            <a:r>
              <a:rPr lang="en-US" altLang="zh-CN" sz="2000" b="1" dirty="0" err="1">
                <a:solidFill>
                  <a:srgbClr val="C00000"/>
                </a:solidFill>
              </a:rPr>
              <a:t>i</a:t>
            </a:r>
            <a:r>
              <a:rPr lang="zh-CN" altLang="en-US" sz="2000" b="1" dirty="0">
                <a:solidFill>
                  <a:srgbClr val="C00000"/>
                </a:solidFill>
              </a:rPr>
              <a:t>：</a:t>
            </a:r>
            <a:r>
              <a:rPr lang="en-US" altLang="zh-CN" sz="2000" b="1" dirty="0">
                <a:solidFill>
                  <a:srgbClr val="C00000"/>
                </a:solidFill>
              </a:rPr>
              <a:t>x</a:t>
            </a:r>
            <a:r>
              <a:rPr lang="en-US" altLang="zh-CN" sz="2000" b="1" baseline="-25000" dirty="0">
                <a:solidFill>
                  <a:srgbClr val="C00000"/>
                </a:solidFill>
              </a:rPr>
              <a:t>i</a:t>
            </a:r>
            <a:r>
              <a:rPr lang="zh-CN" altLang="en-US" sz="2000" b="1" dirty="0">
                <a:solidFill>
                  <a:srgbClr val="C00000"/>
                </a:solidFill>
              </a:rPr>
              <a:t>与</a:t>
            </a:r>
            <a:r>
              <a:rPr lang="en-US" altLang="zh-CN" sz="2000" b="1" dirty="0" err="1">
                <a:solidFill>
                  <a:srgbClr val="C00000"/>
                </a:solidFill>
              </a:rPr>
              <a:t>y</a:t>
            </a:r>
            <a:r>
              <a:rPr lang="en-US" altLang="zh-CN" sz="2000" b="1" baseline="-25000" dirty="0" err="1">
                <a:solidFill>
                  <a:srgbClr val="C00000"/>
                </a:solidFill>
              </a:rPr>
              <a:t>i</a:t>
            </a:r>
            <a:r>
              <a:rPr lang="zh-CN" altLang="en-US" sz="2000" b="1" dirty="0">
                <a:solidFill>
                  <a:srgbClr val="C00000"/>
                </a:solidFill>
              </a:rPr>
              <a:t>相乘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39485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B732A-665B-4849-AF97-8FDBA358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例</a:t>
            </a:r>
            <a:r>
              <a:rPr lang="en-US" altLang="zh-CN" b="1" dirty="0">
                <a:solidFill>
                  <a:schemeClr val="bg1"/>
                </a:solidFill>
              </a:rPr>
              <a:t>3</a:t>
            </a:r>
            <a:r>
              <a:rPr lang="en-US" altLang="zh-CN" dirty="0">
                <a:solidFill>
                  <a:schemeClr val="bg1"/>
                </a:solidFill>
              </a:rPr>
              <a:t>. </a:t>
            </a:r>
            <a:r>
              <a:rPr lang="zh-CN" altLang="en-US" dirty="0">
                <a:solidFill>
                  <a:schemeClr val="bg1"/>
                </a:solidFill>
              </a:rPr>
              <a:t>排队接水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F68B43-D904-4672-8329-E9D214C6D2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Hans-HK" sz="2400" dirty="0">
                <a:hlinkClick r:id="rId2"/>
              </a:rPr>
              <a:t>www.luogu.com.cn/problem/P1223</a:t>
            </a:r>
            <a:endParaRPr lang="en-US" altLang="zh-Hans-HK" sz="2400" dirty="0"/>
          </a:p>
          <a:p>
            <a:endParaRPr lang="en-US" altLang="zh-Hans-HK" sz="2400" dirty="0"/>
          </a:p>
          <a:p>
            <a:r>
              <a:rPr lang="zh-CN" altLang="en-US" sz="2400" dirty="0"/>
              <a:t>有 </a:t>
            </a:r>
            <a:r>
              <a:rPr lang="en-US" altLang="zh-CN" sz="2400" dirty="0"/>
              <a:t>n</a:t>
            </a:r>
            <a:r>
              <a:rPr lang="zh-CN" altLang="en-US" sz="2400" dirty="0"/>
              <a:t> 个人在一个水龙头前排队接水。</a:t>
            </a:r>
            <a:endParaRPr lang="en-US" altLang="zh-CN" sz="2400" dirty="0"/>
          </a:p>
          <a:p>
            <a:r>
              <a:rPr lang="zh-CN" altLang="en-US" sz="2400" dirty="0"/>
              <a:t>假如每个人接水的时间为 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</a:t>
            </a:r>
            <a:r>
              <a:rPr lang="zh-CN" altLang="en-US" sz="2400" dirty="0"/>
              <a:t>​</a:t>
            </a:r>
            <a:r>
              <a:rPr lang="en-US" altLang="zh-CN" sz="2400" dirty="0"/>
              <a:t>…,T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请找出排队的一种顺序，使得平均等待时间最小。</a:t>
            </a:r>
            <a:endParaRPr lang="en-US" altLang="zh-CN" sz="2400" dirty="0"/>
          </a:p>
          <a:p>
            <a:endParaRPr lang="en-US" altLang="zh-Hans-HK" sz="2400" dirty="0"/>
          </a:p>
          <a:p>
            <a:endParaRPr lang="zh-Hans-HK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81063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619C1-D46B-4D2D-A309-B87728C9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 例</a:t>
            </a:r>
            <a:r>
              <a:rPr lang="en-US" altLang="zh-CN" b="1" dirty="0">
                <a:solidFill>
                  <a:schemeClr val="bg1"/>
                </a:solidFill>
              </a:rPr>
              <a:t>4. </a:t>
            </a:r>
            <a:r>
              <a:rPr lang="zh-CN" altLang="en-US" dirty="0">
                <a:solidFill>
                  <a:schemeClr val="bg1"/>
                </a:solidFill>
              </a:rPr>
              <a:t>石子合并</a:t>
            </a:r>
            <a:endParaRPr lang="zh-Hans-HK" altLang="en-US" dirty="0">
              <a:solidFill>
                <a:srgbClr val="FF00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F7F04-AECC-4D1D-B573-540D0B4665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有</a:t>
            </a:r>
            <a:r>
              <a:rPr lang="en-US" altLang="zh-CN" dirty="0">
                <a:solidFill>
                  <a:srgbClr val="C00000"/>
                </a:solidFill>
              </a:rPr>
              <a:t>N</a:t>
            </a:r>
            <a:r>
              <a:rPr lang="zh-CN" altLang="en-US" dirty="0"/>
              <a:t>堆石子，现要将石子</a:t>
            </a:r>
            <a:r>
              <a:rPr lang="zh-CN" altLang="en-US" dirty="0">
                <a:solidFill>
                  <a:srgbClr val="C00000"/>
                </a:solidFill>
              </a:rPr>
              <a:t>有序</a:t>
            </a:r>
            <a:r>
              <a:rPr lang="zh-CN" altLang="en-US" dirty="0"/>
              <a:t>的合并成一堆，</a:t>
            </a:r>
            <a:endParaRPr lang="en-US" altLang="zh-CN" dirty="0"/>
          </a:p>
          <a:p>
            <a:pPr lvl="1"/>
            <a:r>
              <a:rPr lang="zh-CN" altLang="en-US" dirty="0"/>
              <a:t>规定如下：每次只能移动任意的</a:t>
            </a:r>
            <a:r>
              <a:rPr lang="en-US" altLang="zh-CN" dirty="0"/>
              <a:t>2</a:t>
            </a:r>
            <a:r>
              <a:rPr lang="zh-CN" altLang="en-US" dirty="0"/>
              <a:t>堆石子合并，合并花费为新合成的一堆石子的数量。求将这</a:t>
            </a:r>
            <a:r>
              <a:rPr lang="en-US" altLang="zh-CN" dirty="0"/>
              <a:t>N</a:t>
            </a:r>
            <a:r>
              <a:rPr lang="zh-CN" altLang="en-US" dirty="0"/>
              <a:t>堆石子合并成一堆的总花费最小</a:t>
            </a:r>
            <a:endParaRPr lang="en-US" altLang="zh-CN" dirty="0"/>
          </a:p>
          <a:p>
            <a:r>
              <a:rPr lang="en-US" altLang="zh-Hans-HK" dirty="0"/>
              <a:t>8 6 6 8</a:t>
            </a:r>
          </a:p>
          <a:p>
            <a:r>
              <a:rPr lang="zh-CN" altLang="en-US" dirty="0"/>
              <a:t>如果贪心：   </a:t>
            </a:r>
            <a:r>
              <a:rPr lang="en-US" altLang="zh-CN" dirty="0"/>
              <a:t>12 + 20 + 28</a:t>
            </a:r>
            <a:endParaRPr lang="en-US" altLang="zh-Hans-HK" dirty="0"/>
          </a:p>
          <a:p>
            <a:r>
              <a:rPr lang="zh-CN" altLang="en-US" dirty="0"/>
              <a:t>正确做法：  </a:t>
            </a:r>
            <a:r>
              <a:rPr lang="en-US" altLang="zh-CN" dirty="0"/>
              <a:t>14 + 14 + 28</a:t>
            </a:r>
            <a:endParaRPr lang="en-US" altLang="zh-Hans-HK" dirty="0"/>
          </a:p>
          <a:p>
            <a:r>
              <a:rPr lang="zh-CN" altLang="en-US" dirty="0"/>
              <a:t>贪心方法并不总是正确的！</a:t>
            </a:r>
            <a:endParaRPr lang="en-US" altLang="zh-CN" dirty="0"/>
          </a:p>
          <a:p>
            <a:r>
              <a:rPr lang="zh-CN" altLang="en-US" dirty="0"/>
              <a:t>对这个问题，可以用动态规划。</a:t>
            </a:r>
            <a:endParaRPr lang="en-US" altLang="zh-Hans-HK" dirty="0"/>
          </a:p>
        </p:txBody>
      </p:sp>
    </p:spTree>
    <p:extLst>
      <p:ext uri="{BB962C8B-B14F-4D97-AF65-F5344CB8AC3E}">
        <p14:creationId xmlns:p14="http://schemas.microsoft.com/office/powerpoint/2010/main" val="217054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BB023-B848-481B-811D-E93F94DD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贪心算法更多例子（回顾与预告）</a:t>
            </a:r>
            <a:endParaRPr lang="zh-Hans-HK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14DC9-1FCB-4A9F-9CD9-CE6133CD01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常用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尤其在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combinatorial optimization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</a:p>
          <a:p>
            <a:r>
              <a:rPr lang="en-US" altLang="zh-CN" sz="2800" dirty="0">
                <a:solidFill>
                  <a:srgbClr val="00B050"/>
                </a:solidFill>
                <a:latin typeface="Arial" panose="020B0604020202020204" pitchFamily="34" charset="0"/>
              </a:rPr>
              <a:t>Huffman</a:t>
            </a:r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编码</a:t>
            </a:r>
            <a:endParaRPr lang="en-US" altLang="zh-CN" sz="28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zh-CN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最小生成树</a:t>
            </a:r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solidFill>
                  <a:srgbClr val="00B050"/>
                </a:solidFill>
                <a:latin typeface="Arial" panose="020B0604020202020204" pitchFamily="34" charset="0"/>
              </a:rPr>
              <a:t>Minimum Spanning Tree=MST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  <a:endParaRPr lang="en-US" altLang="zh-CN" sz="2800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lvl="1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问题描述</a:t>
            </a:r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给定图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</a:rPr>
              <a:t>G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，每条边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有一个给定的费用</a:t>
            </a:r>
            <a:r>
              <a:rPr lang="en-US" altLang="zh-CN" sz="2800" dirty="0" err="1">
                <a:solidFill>
                  <a:srgbClr val="0000FF"/>
                </a:solidFill>
                <a:latin typeface="Arial" panose="020B0604020202020204" pitchFamily="34" charset="0"/>
              </a:rPr>
              <a:t>cost</a:t>
            </a:r>
            <a:r>
              <a:rPr lang="en-US" altLang="zh-CN" sz="2800" baseline="-25000" dirty="0" err="1">
                <a:solidFill>
                  <a:srgbClr val="0000FF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。要计算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</a:rPr>
              <a:t>G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一棵生成树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使得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</a:rPr>
              <a:t>cost(T)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最小，其中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</a:rPr>
              <a:t>cost(T)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为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</a:rPr>
              <a:t>T</a:t>
            </a:r>
            <a:r>
              <a:rPr lang="zh-CN" altLang="en-US" sz="2800" dirty="0">
                <a:solidFill>
                  <a:schemeClr val="accent1"/>
                </a:solidFill>
                <a:latin typeface="Arial" panose="020B0604020202020204" pitchFamily="34" charset="0"/>
              </a:rPr>
              <a:t>中所有边的费用和。</a:t>
            </a:r>
          </a:p>
          <a:p>
            <a:pPr lvl="2"/>
            <a:r>
              <a:rPr lang="en-US" altLang="zh-Hans-HK" sz="2800" b="0" i="0" strike="noStrike" dirty="0">
                <a:solidFill>
                  <a:srgbClr val="00B0F0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Kruskal's algorithm</a:t>
            </a:r>
            <a:r>
              <a:rPr lang="en-US" altLang="zh-Hans-HK" sz="28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Hans-HK" sz="2800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and </a:t>
            </a:r>
            <a:r>
              <a:rPr lang="en-US" altLang="zh-Hans-HK" sz="2800" b="0" i="0" strike="noStrike" dirty="0">
                <a:solidFill>
                  <a:srgbClr val="00B0F0"/>
                </a:solidFill>
                <a:effectLst/>
                <a:latin typeface="Arial" panose="020B0604020202020204" pitchFamily="34" charset="0"/>
                <a:hlinkClick r:id="rId3" tooltip="Prim's algorith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Prim's algorithm</a:t>
            </a:r>
            <a:r>
              <a:rPr lang="en-US" altLang="zh-Hans-HK" sz="28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lvl="1"/>
            <a:r>
              <a:rPr lang="zh-CN" altLang="en-US" sz="2800" dirty="0">
                <a:solidFill>
                  <a:schemeClr val="accent1"/>
                </a:solidFill>
              </a:rPr>
              <a:t>将在之后的几周跟大家</a:t>
            </a:r>
            <a:r>
              <a:rPr lang="zh-CN" altLang="en-US" sz="2800" dirty="0"/>
              <a:t>见面</a:t>
            </a:r>
            <a:r>
              <a:rPr lang="zh-CN" altLang="en-US" sz="2800" dirty="0">
                <a:solidFill>
                  <a:schemeClr val="accent1"/>
                </a:solidFill>
              </a:rPr>
              <a:t>。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pPr lvl="1"/>
            <a:endParaRPr lang="zh-Hans-HK" altLang="en-US" sz="3000" dirty="0">
              <a:solidFill>
                <a:schemeClr val="accent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4A8F5A-F3EE-7042-877D-4DBBC6C7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31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33015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AF22D-006E-7D4A-83E2-56FC6E79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Cambbria"/>
              </a:rPr>
              <a:t>哈夫曼树</a:t>
            </a:r>
            <a:r>
              <a:rPr lang="zh-CN" altLang="en-US" sz="3200" dirty="0">
                <a:latin typeface="Cambbria"/>
              </a:rPr>
              <a:t>（回顾）</a:t>
            </a:r>
            <a:endParaRPr lang="zh-CN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8" name="Rectangle 2">
                <a:extLst>
                  <a:ext uri="{FF2B5EF4-FFF2-40B4-BE49-F238E27FC236}">
                    <a16:creationId xmlns:a16="http://schemas.microsoft.com/office/drawing/2014/main" id="{50293D39-8BE1-40F7-8F2F-0B74B29EF167}"/>
                  </a:ext>
                </a:extLst>
              </p:cNvPr>
              <p:cNvSpPr>
                <a:spLocks noGrp="1" noChangeArrowheads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假定树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个叶子结点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1~n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，且结点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权值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</a:t>
                </a:r>
                <a:r>
                  <a:rPr lang="en-US" altLang="zh-CN" i="1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CN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结点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路径长度</a:t>
                </a:r>
                <a:r>
                  <a:rPr lang="en-US" altLang="zh-CN" i="1" dirty="0">
                    <a:solidFill>
                      <a:srgbClr val="CC6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i="1" baseline="-25000" dirty="0">
                    <a:solidFill>
                      <a:srgbClr val="CC6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baseline="-25000" dirty="0">
                    <a:solidFill>
                      <a:srgbClr val="CC6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:=  </a:t>
                </a:r>
                <a:r>
                  <a:rPr lang="zh-CN" altLang="en-US" dirty="0">
                    <a:solidFill>
                      <a:srgbClr val="CC6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从树根到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solidFill>
                      <a:srgbClr val="CC66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的路径上的边数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b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（即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baseline="-25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结点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的层次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结点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的带权路径长度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C66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i="1" baseline="-25000" dirty="0" err="1" smtClean="0">
                        <a:solidFill>
                          <a:srgbClr val="CC66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zh-CN" i="1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i="1" baseline="-25000" dirty="0" err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i="1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树</a:t>
                </a:r>
                <a:r>
                  <a:rPr lang="en-US" altLang="zh-CN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的带权路径长度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wpl</m:t>
                    </m:r>
                    <m:r>
                      <a:rPr lang="en-US" altLang="zh-CN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altLang="zh-CN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zh-CN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CC66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CC66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CC66FF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 dirty="0" smtClean="0">
                            <a:solidFill>
                              <a:srgbClr val="CC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058" name="Rectangle 2">
                <a:extLst>
                  <a:ext uri="{FF2B5EF4-FFF2-40B4-BE49-F238E27FC236}">
                    <a16:creationId xmlns:a16="http://schemas.microsoft.com/office/drawing/2014/main" id="{50293D39-8BE1-40F7-8F2F-0B74B29EF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5"/>
                <a:stretch>
                  <a:fillRect l="-1302" t="-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90">
            <a:extLst>
              <a:ext uri="{FF2B5EF4-FFF2-40B4-BE49-F238E27FC236}">
                <a16:creationId xmlns:a16="http://schemas.microsoft.com/office/drawing/2014/main" id="{4EB0BCD4-3210-43FC-B100-B9708F17314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11313" y="3920008"/>
            <a:ext cx="2393540" cy="1921643"/>
            <a:chOff x="3120" y="144"/>
            <a:chExt cx="1968" cy="1580"/>
          </a:xfrm>
        </p:grpSpPr>
        <p:grpSp>
          <p:nvGrpSpPr>
            <p:cNvPr id="6" name="Group 91">
              <a:extLst>
                <a:ext uri="{FF2B5EF4-FFF2-40B4-BE49-F238E27FC236}">
                  <a16:creationId xmlns:a16="http://schemas.microsoft.com/office/drawing/2014/main" id="{276CD717-1A85-4F33-B492-6310DC729F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44"/>
              <a:ext cx="1968" cy="1200"/>
              <a:chOff x="3120" y="144"/>
              <a:chExt cx="1968" cy="1200"/>
            </a:xfrm>
          </p:grpSpPr>
          <p:sp>
            <p:nvSpPr>
              <p:cNvPr id="11" name="Oval 92">
                <a:extLst>
                  <a:ext uri="{FF2B5EF4-FFF2-40B4-BE49-F238E27FC236}">
                    <a16:creationId xmlns:a16="http://schemas.microsoft.com/office/drawing/2014/main" id="{AC312002-EDC0-4B89-8BC7-9611FE87A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4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Oval 93">
                <a:extLst>
                  <a:ext uri="{FF2B5EF4-FFF2-40B4-BE49-F238E27FC236}">
                    <a16:creationId xmlns:a16="http://schemas.microsoft.com/office/drawing/2014/main" id="{5A43064D-F655-495F-A37A-11EAC42C0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57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Oval 94">
                <a:extLst>
                  <a:ext uri="{FF2B5EF4-FFF2-40B4-BE49-F238E27FC236}">
                    <a16:creationId xmlns:a16="http://schemas.microsoft.com/office/drawing/2014/main" id="{99B02A0D-ADA1-49C6-8CDA-4AC3DF90A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Oval 95">
                <a:extLst>
                  <a:ext uri="{FF2B5EF4-FFF2-40B4-BE49-F238E27FC236}">
                    <a16:creationId xmlns:a16="http://schemas.microsoft.com/office/drawing/2014/main" id="{114E8817-1224-4D74-9840-E51C7E02E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Oval 96">
                <a:extLst>
                  <a:ext uri="{FF2B5EF4-FFF2-40B4-BE49-F238E27FC236}">
                    <a16:creationId xmlns:a16="http://schemas.microsoft.com/office/drawing/2014/main" id="{D3C12717-B82D-4861-B847-C6219781E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57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Oval 97">
                <a:extLst>
                  <a:ext uri="{FF2B5EF4-FFF2-40B4-BE49-F238E27FC236}">
                    <a16:creationId xmlns:a16="http://schemas.microsoft.com/office/drawing/2014/main" id="{B63B9531-6E7D-4447-B96D-4C656CCBC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Oval 98">
                <a:extLst>
                  <a:ext uri="{FF2B5EF4-FFF2-40B4-BE49-F238E27FC236}">
                    <a16:creationId xmlns:a16="http://schemas.microsoft.com/office/drawing/2014/main" id="{60B221E0-73CF-4DE6-B00B-224E68B53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18" name="AutoShape 99">
                <a:extLst>
                  <a:ext uri="{FF2B5EF4-FFF2-40B4-BE49-F238E27FC236}">
                    <a16:creationId xmlns:a16="http://schemas.microsoft.com/office/drawing/2014/main" id="{9B451C71-6582-4EA7-A84C-1EE129FF1513}"/>
                  </a:ext>
                </a:extLst>
              </p:cNvPr>
              <p:cNvCxnSpPr>
                <a:cxnSpLocks noChangeShapeType="1"/>
                <a:stCxn id="11" idx="3"/>
                <a:endCxn id="12" idx="7"/>
              </p:cNvCxnSpPr>
              <p:nvPr/>
            </p:nvCxnSpPr>
            <p:spPr bwMode="auto">
              <a:xfrm flipH="1">
                <a:off x="3709" y="355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AutoShape 100">
                <a:extLst>
                  <a:ext uri="{FF2B5EF4-FFF2-40B4-BE49-F238E27FC236}">
                    <a16:creationId xmlns:a16="http://schemas.microsoft.com/office/drawing/2014/main" id="{BF83DE2D-1938-46BB-B953-E18FE3B834C2}"/>
                  </a:ext>
                </a:extLst>
              </p:cNvPr>
              <p:cNvCxnSpPr>
                <a:cxnSpLocks noChangeShapeType="1"/>
                <a:stCxn id="12" idx="3"/>
                <a:endCxn id="13" idx="0"/>
              </p:cNvCxnSpPr>
              <p:nvPr/>
            </p:nvCxnSpPr>
            <p:spPr bwMode="auto">
              <a:xfrm flipH="1">
                <a:off x="3240" y="787"/>
                <a:ext cx="299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AutoShape 101">
                <a:extLst>
                  <a:ext uri="{FF2B5EF4-FFF2-40B4-BE49-F238E27FC236}">
                    <a16:creationId xmlns:a16="http://schemas.microsoft.com/office/drawing/2014/main" id="{FF8D58FC-FFC6-4127-841E-D853A2AD8413}"/>
                  </a:ext>
                </a:extLst>
              </p:cNvPr>
              <p:cNvCxnSpPr>
                <a:cxnSpLocks noChangeShapeType="1"/>
                <a:stCxn id="12" idx="5"/>
                <a:endCxn id="14" idx="0"/>
              </p:cNvCxnSpPr>
              <p:nvPr/>
            </p:nvCxnSpPr>
            <p:spPr bwMode="auto">
              <a:xfrm>
                <a:off x="3709" y="787"/>
                <a:ext cx="203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AutoShape 102">
                <a:extLst>
                  <a:ext uri="{FF2B5EF4-FFF2-40B4-BE49-F238E27FC236}">
                    <a16:creationId xmlns:a16="http://schemas.microsoft.com/office/drawing/2014/main" id="{8F259AE1-C60C-4F87-A110-970853D5217B}"/>
                  </a:ext>
                </a:extLst>
              </p:cNvPr>
              <p:cNvCxnSpPr>
                <a:cxnSpLocks noChangeShapeType="1"/>
                <a:stCxn id="11" idx="5"/>
                <a:endCxn id="15" idx="1"/>
              </p:cNvCxnSpPr>
              <p:nvPr/>
            </p:nvCxnSpPr>
            <p:spPr bwMode="auto">
              <a:xfrm>
                <a:off x="4189" y="355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2" name="AutoShape 103">
                <a:extLst>
                  <a:ext uri="{FF2B5EF4-FFF2-40B4-BE49-F238E27FC236}">
                    <a16:creationId xmlns:a16="http://schemas.microsoft.com/office/drawing/2014/main" id="{58A25565-2141-41ED-8ADC-EC2CC8D6C290}"/>
                  </a:ext>
                </a:extLst>
              </p:cNvPr>
              <p:cNvCxnSpPr>
                <a:cxnSpLocks noChangeShapeType="1"/>
                <a:stCxn id="15" idx="3"/>
                <a:endCxn id="16" idx="0"/>
              </p:cNvCxnSpPr>
              <p:nvPr/>
            </p:nvCxnSpPr>
            <p:spPr bwMode="auto">
              <a:xfrm flipH="1">
                <a:off x="4248" y="787"/>
                <a:ext cx="251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" name="AutoShape 104">
                <a:extLst>
                  <a:ext uri="{FF2B5EF4-FFF2-40B4-BE49-F238E27FC236}">
                    <a16:creationId xmlns:a16="http://schemas.microsoft.com/office/drawing/2014/main" id="{96F18786-FB79-48F5-AEC1-40DB1BB3006B}"/>
                  </a:ext>
                </a:extLst>
              </p:cNvPr>
              <p:cNvCxnSpPr>
                <a:cxnSpLocks noChangeShapeType="1"/>
                <a:stCxn id="15" idx="5"/>
                <a:endCxn id="17" idx="0"/>
              </p:cNvCxnSpPr>
              <p:nvPr/>
            </p:nvCxnSpPr>
            <p:spPr bwMode="auto">
              <a:xfrm>
                <a:off x="4669" y="787"/>
                <a:ext cx="299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7" name="Text Box 105">
              <a:extLst>
                <a:ext uri="{FF2B5EF4-FFF2-40B4-BE49-F238E27FC236}">
                  <a16:creationId xmlns:a16="http://schemas.microsoft.com/office/drawing/2014/main" id="{E4F84882-9463-42E5-8B0C-DEBB44FC2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8" name="Text Box 106">
              <a:extLst>
                <a:ext uri="{FF2B5EF4-FFF2-40B4-BE49-F238E27FC236}">
                  <a16:creationId xmlns:a16="http://schemas.microsoft.com/office/drawing/2014/main" id="{10F8BBE5-C25A-4352-AF87-FF1FD81A7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9" name="Text Box 107">
              <a:extLst>
                <a:ext uri="{FF2B5EF4-FFF2-40B4-BE49-F238E27FC236}">
                  <a16:creationId xmlns:a16="http://schemas.microsoft.com/office/drawing/2014/main" id="{F8724075-B056-4A10-BD13-44175D2BE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0" name="Text Box 108">
              <a:extLst>
                <a:ext uri="{FF2B5EF4-FFF2-40B4-BE49-F238E27FC236}">
                  <a16:creationId xmlns:a16="http://schemas.microsoft.com/office/drawing/2014/main" id="{9754CE67-719B-4103-8B16-C3B24BBCA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</p:grpSp>
      <p:sp>
        <p:nvSpPr>
          <p:cNvPr id="24" name="Text Box 109">
            <a:extLst>
              <a:ext uri="{FF2B5EF4-FFF2-40B4-BE49-F238E27FC236}">
                <a16:creationId xmlns:a16="http://schemas.microsoft.com/office/drawing/2014/main" id="{E206EEC7-B3BC-491E-8446-3D74EFD3A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816" y="5966872"/>
            <a:ext cx="27629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lvl="0" algn="ctr" eaLnBrk="0" fontAlgn="base" hangingPunct="0"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wpl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=36</a:t>
            </a:r>
            <a:b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solidFill>
                  <a:srgbClr val="CC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5" name="Group 110">
            <a:extLst>
              <a:ext uri="{FF2B5EF4-FFF2-40B4-BE49-F238E27FC236}">
                <a16:creationId xmlns:a16="http://schemas.microsoft.com/office/drawing/2014/main" id="{7AD850E6-C7BC-4F1F-A3D3-D961AB7ED3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3950" y="3671347"/>
            <a:ext cx="2060975" cy="2295525"/>
            <a:chOff x="376" y="1776"/>
            <a:chExt cx="1731" cy="1928"/>
          </a:xfrm>
        </p:grpSpPr>
        <p:grpSp>
          <p:nvGrpSpPr>
            <p:cNvPr id="26" name="Group 111">
              <a:extLst>
                <a:ext uri="{FF2B5EF4-FFF2-40B4-BE49-F238E27FC236}">
                  <a16:creationId xmlns:a16="http://schemas.microsoft.com/office/drawing/2014/main" id="{6CD1E959-68A1-4CA2-867B-150DA3A42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" y="1776"/>
              <a:ext cx="1731" cy="1614"/>
              <a:chOff x="376" y="1776"/>
              <a:chExt cx="1731" cy="1614"/>
            </a:xfrm>
          </p:grpSpPr>
          <p:sp>
            <p:nvSpPr>
              <p:cNvPr id="29" name="Oval 112">
                <a:extLst>
                  <a:ext uri="{FF2B5EF4-FFF2-40B4-BE49-F238E27FC236}">
                    <a16:creationId xmlns:a16="http://schemas.microsoft.com/office/drawing/2014/main" id="{AEC2B79A-557D-4DB8-B88E-F866AC42E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776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Oval 113">
                <a:extLst>
                  <a:ext uri="{FF2B5EF4-FFF2-40B4-BE49-F238E27FC236}">
                    <a16:creationId xmlns:a16="http://schemas.microsoft.com/office/drawing/2014/main" id="{5596E145-B16C-4090-A1D6-C87CB5F6C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208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Oval 114">
                <a:extLst>
                  <a:ext uri="{FF2B5EF4-FFF2-40B4-BE49-F238E27FC236}">
                    <a16:creationId xmlns:a16="http://schemas.microsoft.com/office/drawing/2014/main" id="{D9085D66-F893-4C4B-8307-8A66F78B4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" y="2647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Oval 115">
                <a:extLst>
                  <a:ext uri="{FF2B5EF4-FFF2-40B4-BE49-F238E27FC236}">
                    <a16:creationId xmlns:a16="http://schemas.microsoft.com/office/drawing/2014/main" id="{53D10A7F-8F00-448B-AABE-05454EA57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2657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Oval 116">
                <a:extLst>
                  <a:ext uri="{FF2B5EF4-FFF2-40B4-BE49-F238E27FC236}">
                    <a16:creationId xmlns:a16="http://schemas.microsoft.com/office/drawing/2014/main" id="{3374EA08-3C34-4C11-8B8A-C5F12127D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208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4" name="AutoShape 117">
                <a:extLst>
                  <a:ext uri="{FF2B5EF4-FFF2-40B4-BE49-F238E27FC236}">
                    <a16:creationId xmlns:a16="http://schemas.microsoft.com/office/drawing/2014/main" id="{13972860-C9BF-4496-97D4-C8DE6EBE1449}"/>
                  </a:ext>
                </a:extLst>
              </p:cNvPr>
              <p:cNvCxnSpPr>
                <a:cxnSpLocks noChangeShapeType="1"/>
                <a:stCxn id="29" idx="3"/>
                <a:endCxn id="30" idx="7"/>
              </p:cNvCxnSpPr>
              <p:nvPr/>
            </p:nvCxnSpPr>
            <p:spPr bwMode="auto">
              <a:xfrm flipH="1">
                <a:off x="1021" y="1987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AutoShape 118">
                <a:extLst>
                  <a:ext uri="{FF2B5EF4-FFF2-40B4-BE49-F238E27FC236}">
                    <a16:creationId xmlns:a16="http://schemas.microsoft.com/office/drawing/2014/main" id="{85E7D491-DEE8-4B61-A034-AF29E0B68E3A}"/>
                  </a:ext>
                </a:extLst>
              </p:cNvPr>
              <p:cNvCxnSpPr>
                <a:cxnSpLocks noChangeShapeType="1"/>
                <a:stCxn id="30" idx="3"/>
                <a:endCxn id="31" idx="0"/>
              </p:cNvCxnSpPr>
              <p:nvPr/>
            </p:nvCxnSpPr>
            <p:spPr bwMode="auto">
              <a:xfrm flipH="1">
                <a:off x="515" y="2413"/>
                <a:ext cx="336" cy="234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" name="AutoShape 119">
                <a:extLst>
                  <a:ext uri="{FF2B5EF4-FFF2-40B4-BE49-F238E27FC236}">
                    <a16:creationId xmlns:a16="http://schemas.microsoft.com/office/drawing/2014/main" id="{7731135E-B861-4F6F-BD57-3709D36E41DE}"/>
                  </a:ext>
                </a:extLst>
              </p:cNvPr>
              <p:cNvCxnSpPr>
                <a:cxnSpLocks noChangeShapeType="1"/>
                <a:stCxn id="30" idx="5"/>
                <a:endCxn id="32" idx="0"/>
              </p:cNvCxnSpPr>
              <p:nvPr/>
            </p:nvCxnSpPr>
            <p:spPr bwMode="auto">
              <a:xfrm>
                <a:off x="1021" y="2413"/>
                <a:ext cx="346" cy="244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" name="AutoShape 120">
                <a:extLst>
                  <a:ext uri="{FF2B5EF4-FFF2-40B4-BE49-F238E27FC236}">
                    <a16:creationId xmlns:a16="http://schemas.microsoft.com/office/drawing/2014/main" id="{1FCA2791-937F-4712-BF2C-D1572FB0C968}"/>
                  </a:ext>
                </a:extLst>
              </p:cNvPr>
              <p:cNvCxnSpPr>
                <a:cxnSpLocks noChangeShapeType="1"/>
                <a:stCxn id="29" idx="5"/>
                <a:endCxn id="33" idx="1"/>
              </p:cNvCxnSpPr>
              <p:nvPr/>
            </p:nvCxnSpPr>
            <p:spPr bwMode="auto">
              <a:xfrm>
                <a:off x="1501" y="1987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8" name="Oval 121">
                <a:extLst>
                  <a:ext uri="{FF2B5EF4-FFF2-40B4-BE49-F238E27FC236}">
                    <a16:creationId xmlns:a16="http://schemas.microsoft.com/office/drawing/2014/main" id="{4F55CE1C-3FDA-4B81-9F13-5C0A8B3B3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150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9" name="AutoShape 122">
                <a:extLst>
                  <a:ext uri="{FF2B5EF4-FFF2-40B4-BE49-F238E27FC236}">
                    <a16:creationId xmlns:a16="http://schemas.microsoft.com/office/drawing/2014/main" id="{839370CD-D1C5-4AA8-9734-7A4AA9BD0490}"/>
                  </a:ext>
                </a:extLst>
              </p:cNvPr>
              <p:cNvCxnSpPr>
                <a:cxnSpLocks noChangeShapeType="1"/>
                <a:stCxn id="32" idx="3"/>
                <a:endCxn id="38" idx="0"/>
              </p:cNvCxnSpPr>
              <p:nvPr/>
            </p:nvCxnSpPr>
            <p:spPr bwMode="auto">
              <a:xfrm flipH="1">
                <a:off x="1040" y="2862"/>
                <a:ext cx="242" cy="288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" name="Oval 123">
                <a:extLst>
                  <a:ext uri="{FF2B5EF4-FFF2-40B4-BE49-F238E27FC236}">
                    <a16:creationId xmlns:a16="http://schemas.microsoft.com/office/drawing/2014/main" id="{0D393D31-6EA5-44FC-BA03-C9ECCBD3D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6" y="3147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41" name="AutoShape 124">
                <a:extLst>
                  <a:ext uri="{FF2B5EF4-FFF2-40B4-BE49-F238E27FC236}">
                    <a16:creationId xmlns:a16="http://schemas.microsoft.com/office/drawing/2014/main" id="{CAEE2F59-47DB-48C1-B96D-6D50E11CF5B2}"/>
                  </a:ext>
                </a:extLst>
              </p:cNvPr>
              <p:cNvCxnSpPr>
                <a:cxnSpLocks noChangeShapeType="1"/>
                <a:stCxn id="32" idx="5"/>
                <a:endCxn id="40" idx="0"/>
              </p:cNvCxnSpPr>
              <p:nvPr/>
            </p:nvCxnSpPr>
            <p:spPr bwMode="auto">
              <a:xfrm>
                <a:off x="1452" y="2862"/>
                <a:ext cx="194" cy="2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2" name="Text Box 125">
                <a:extLst>
                  <a:ext uri="{FF2B5EF4-FFF2-40B4-BE49-F238E27FC236}">
                    <a16:creationId xmlns:a16="http://schemas.microsoft.com/office/drawing/2014/main" id="{66F37F24-BB2B-4C5B-8608-2BA46820C9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7" y="2336"/>
                <a:ext cx="240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43" name="Text Box 126">
                <a:extLst>
                  <a:ext uri="{FF2B5EF4-FFF2-40B4-BE49-F238E27FC236}">
                    <a16:creationId xmlns:a16="http://schemas.microsoft.com/office/drawing/2014/main" id="{0BCF9282-0DD3-4BF5-B70C-FBC2857E1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" y="2907"/>
                <a:ext cx="240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</p:grpSp>
        <p:sp>
          <p:nvSpPr>
            <p:cNvPr id="27" name="Text Box 127">
              <a:extLst>
                <a:ext uri="{FF2B5EF4-FFF2-40B4-BE49-F238E27FC236}">
                  <a16:creationId xmlns:a16="http://schemas.microsoft.com/office/drawing/2014/main" id="{6281EF29-19C7-49EA-BC5A-460E223DB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6" y="3316"/>
              <a:ext cx="240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28" name="Text Box 128">
              <a:extLst>
                <a:ext uri="{FF2B5EF4-FFF2-40B4-BE49-F238E27FC236}">
                  <a16:creationId xmlns:a16="http://schemas.microsoft.com/office/drawing/2014/main" id="{CE815E0F-4194-4412-A113-5984380B3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3286"/>
              <a:ext cx="240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</p:grpSp>
      <p:sp>
        <p:nvSpPr>
          <p:cNvPr id="44" name="Text Box 129">
            <a:extLst>
              <a:ext uri="{FF2B5EF4-FFF2-40B4-BE49-F238E27FC236}">
                <a16:creationId xmlns:a16="http://schemas.microsoft.com/office/drawing/2014/main" id="{EFB64AF3-8760-4FC7-AF37-B1D4652EA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07" y="5981504"/>
            <a:ext cx="26486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lvl="0" algn="ctr" eaLnBrk="0" fontAlgn="base" hangingPunct="0"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wpl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=46</a:t>
            </a:r>
            <a:b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solidFill>
                  <a:srgbClr val="CC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" name="Text Box 148">
            <a:extLst>
              <a:ext uri="{FF2B5EF4-FFF2-40B4-BE49-F238E27FC236}">
                <a16:creationId xmlns:a16="http://schemas.microsoft.com/office/drawing/2014/main" id="{AF8F5991-6C16-4C36-9DC4-066948D57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510" y="5966872"/>
            <a:ext cx="295364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lvl="0" algn="ctr" eaLnBrk="0" fontAlgn="base" hangingPunct="0"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wpl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=35</a:t>
            </a:r>
            <a:b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C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solidFill>
                  <a:srgbClr val="CC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Text Box 149">
            <a:extLst>
              <a:ext uri="{FF2B5EF4-FFF2-40B4-BE49-F238E27FC236}">
                <a16:creationId xmlns:a16="http://schemas.microsoft.com/office/drawing/2014/main" id="{E1CA3122-09C4-44F5-B6D6-7A0FA08D6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049463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5" name="Group 130">
            <a:extLst>
              <a:ext uri="{FF2B5EF4-FFF2-40B4-BE49-F238E27FC236}">
                <a16:creationId xmlns:a16="http://schemas.microsoft.com/office/drawing/2014/main" id="{51A6531D-5645-4035-852F-6EF4CA2DD323}"/>
              </a:ext>
            </a:extLst>
          </p:cNvPr>
          <p:cNvGrpSpPr>
            <a:grpSpLocks/>
          </p:cNvGrpSpPr>
          <p:nvPr/>
        </p:nvGrpSpPr>
        <p:grpSpPr bwMode="auto">
          <a:xfrm>
            <a:off x="5962443" y="3723712"/>
            <a:ext cx="2828058" cy="2223892"/>
            <a:chOff x="3008" y="1968"/>
            <a:chExt cx="2320" cy="1887"/>
          </a:xfrm>
        </p:grpSpPr>
        <p:sp>
          <p:nvSpPr>
            <p:cNvPr id="66" name="Oval 131">
              <a:extLst>
                <a:ext uri="{FF2B5EF4-FFF2-40B4-BE49-F238E27FC236}">
                  <a16:creationId xmlns:a16="http://schemas.microsoft.com/office/drawing/2014/main" id="{64BCDD55-90EF-4B18-BB70-2B0CEC31E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968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Oval 132">
              <a:extLst>
                <a:ext uri="{FF2B5EF4-FFF2-40B4-BE49-F238E27FC236}">
                  <a16:creationId xmlns:a16="http://schemas.microsoft.com/office/drawing/2014/main" id="{2D0BBAAB-D9BA-4AFD-8E90-5B1A1703A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400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Oval 133">
              <a:extLst>
                <a:ext uri="{FF2B5EF4-FFF2-40B4-BE49-F238E27FC236}">
                  <a16:creationId xmlns:a16="http://schemas.microsoft.com/office/drawing/2014/main" id="{A32E3E97-BD08-40B7-A442-A25766584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400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Oval 134">
              <a:extLst>
                <a:ext uri="{FF2B5EF4-FFF2-40B4-BE49-F238E27FC236}">
                  <a16:creationId xmlns:a16="http://schemas.microsoft.com/office/drawing/2014/main" id="{60F2937B-0BE0-4BF5-BB0D-F4959D839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" y="2837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Oval 135">
              <a:extLst>
                <a:ext uri="{FF2B5EF4-FFF2-40B4-BE49-F238E27FC236}">
                  <a16:creationId xmlns:a16="http://schemas.microsoft.com/office/drawing/2014/main" id="{AD2A781B-B30A-499F-9E9A-4D75F7076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854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71" name="AutoShape 136">
              <a:extLst>
                <a:ext uri="{FF2B5EF4-FFF2-40B4-BE49-F238E27FC236}">
                  <a16:creationId xmlns:a16="http://schemas.microsoft.com/office/drawing/2014/main" id="{61555E32-E2CD-45B1-84D4-308DCEBB34E1}"/>
                </a:ext>
              </a:extLst>
            </p:cNvPr>
            <p:cNvCxnSpPr>
              <a:cxnSpLocks noChangeShapeType="1"/>
              <a:stCxn id="66" idx="3"/>
              <a:endCxn id="67" idx="7"/>
            </p:cNvCxnSpPr>
            <p:nvPr/>
          </p:nvCxnSpPr>
          <p:spPr bwMode="auto">
            <a:xfrm flipH="1">
              <a:off x="3325" y="2179"/>
              <a:ext cx="310" cy="250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AutoShape 137">
              <a:extLst>
                <a:ext uri="{FF2B5EF4-FFF2-40B4-BE49-F238E27FC236}">
                  <a16:creationId xmlns:a16="http://schemas.microsoft.com/office/drawing/2014/main" id="{3919FBD2-F9E3-442B-8E1F-2BA1DF222D29}"/>
                </a:ext>
              </a:extLst>
            </p:cNvPr>
            <p:cNvCxnSpPr>
              <a:cxnSpLocks noChangeShapeType="1"/>
              <a:stCxn id="66" idx="5"/>
              <a:endCxn id="68" idx="1"/>
            </p:cNvCxnSpPr>
            <p:nvPr/>
          </p:nvCxnSpPr>
          <p:spPr bwMode="auto">
            <a:xfrm>
              <a:off x="3805" y="2179"/>
              <a:ext cx="310" cy="250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AutoShape 138">
              <a:extLst>
                <a:ext uri="{FF2B5EF4-FFF2-40B4-BE49-F238E27FC236}">
                  <a16:creationId xmlns:a16="http://schemas.microsoft.com/office/drawing/2014/main" id="{D1C69E33-2A81-4127-9C73-AC4F85780755}"/>
                </a:ext>
              </a:extLst>
            </p:cNvPr>
            <p:cNvCxnSpPr>
              <a:cxnSpLocks noChangeShapeType="1"/>
              <a:stCxn id="68" idx="3"/>
              <a:endCxn id="69" idx="0"/>
            </p:cNvCxnSpPr>
            <p:nvPr/>
          </p:nvCxnSpPr>
          <p:spPr bwMode="auto">
            <a:xfrm flipH="1">
              <a:off x="3777" y="2605"/>
              <a:ext cx="338" cy="232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AutoShape 139">
              <a:extLst>
                <a:ext uri="{FF2B5EF4-FFF2-40B4-BE49-F238E27FC236}">
                  <a16:creationId xmlns:a16="http://schemas.microsoft.com/office/drawing/2014/main" id="{C1DE7880-BA87-4C26-9BB0-CAEDAC74EC0D}"/>
                </a:ext>
              </a:extLst>
            </p:cNvPr>
            <p:cNvCxnSpPr>
              <a:cxnSpLocks noChangeShapeType="1"/>
              <a:stCxn id="68" idx="5"/>
              <a:endCxn id="70" idx="0"/>
            </p:cNvCxnSpPr>
            <p:nvPr/>
          </p:nvCxnSpPr>
          <p:spPr bwMode="auto">
            <a:xfrm>
              <a:off x="4285" y="2605"/>
              <a:ext cx="360" cy="249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5" name="Oval 140">
              <a:extLst>
                <a:ext uri="{FF2B5EF4-FFF2-40B4-BE49-F238E27FC236}">
                  <a16:creationId xmlns:a16="http://schemas.microsoft.com/office/drawing/2014/main" id="{C9162A16-3510-4409-8B3F-23E781695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" y="3377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76" name="AutoShape 141">
              <a:extLst>
                <a:ext uri="{FF2B5EF4-FFF2-40B4-BE49-F238E27FC236}">
                  <a16:creationId xmlns:a16="http://schemas.microsoft.com/office/drawing/2014/main" id="{D40FFB58-2EA6-481A-825D-CF69DAFFCE52}"/>
                </a:ext>
              </a:extLst>
            </p:cNvPr>
            <p:cNvCxnSpPr>
              <a:cxnSpLocks noChangeShapeType="1"/>
              <a:stCxn id="70" idx="3"/>
              <a:endCxn id="75" idx="0"/>
            </p:cNvCxnSpPr>
            <p:nvPr/>
          </p:nvCxnSpPr>
          <p:spPr bwMode="auto">
            <a:xfrm flipH="1">
              <a:off x="4275" y="3059"/>
              <a:ext cx="285" cy="318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Oval 142">
              <a:extLst>
                <a:ext uri="{FF2B5EF4-FFF2-40B4-BE49-F238E27FC236}">
                  <a16:creationId xmlns:a16="http://schemas.microsoft.com/office/drawing/2014/main" id="{FC9F412F-3576-4BA8-AB1E-5A293271F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6" y="3382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78" name="AutoShape 143">
              <a:extLst>
                <a:ext uri="{FF2B5EF4-FFF2-40B4-BE49-F238E27FC236}">
                  <a16:creationId xmlns:a16="http://schemas.microsoft.com/office/drawing/2014/main" id="{2AAFD662-FE12-42D4-87F2-CEC0D3B9CA6E}"/>
                </a:ext>
              </a:extLst>
            </p:cNvPr>
            <p:cNvCxnSpPr>
              <a:cxnSpLocks noChangeShapeType="1"/>
              <a:stCxn id="70" idx="5"/>
              <a:endCxn id="77" idx="0"/>
            </p:cNvCxnSpPr>
            <p:nvPr/>
          </p:nvCxnSpPr>
          <p:spPr bwMode="auto">
            <a:xfrm>
              <a:off x="4730" y="3059"/>
              <a:ext cx="316" cy="323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" name="Text Box 144">
              <a:extLst>
                <a:ext uri="{FF2B5EF4-FFF2-40B4-BE49-F238E27FC236}">
                  <a16:creationId xmlns:a16="http://schemas.microsoft.com/office/drawing/2014/main" id="{7BE777BA-1F64-4420-96C9-61D4468A6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8" y="2573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80" name="Text Box 145">
              <a:extLst>
                <a:ext uri="{FF2B5EF4-FFF2-40B4-BE49-F238E27FC236}">
                  <a16:creationId xmlns:a16="http://schemas.microsoft.com/office/drawing/2014/main" id="{39DBB6B4-A48D-4DAF-ACC0-7E30935E6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3016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81" name="Text Box 146">
              <a:extLst>
                <a:ext uri="{FF2B5EF4-FFF2-40B4-BE49-F238E27FC236}">
                  <a16:creationId xmlns:a16="http://schemas.microsoft.com/office/drawing/2014/main" id="{49B7C335-E5A2-4CD1-85E6-16C1E39DE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" y="3463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82" name="Text Box 147">
              <a:extLst>
                <a:ext uri="{FF2B5EF4-FFF2-40B4-BE49-F238E27FC236}">
                  <a16:creationId xmlns:a16="http://schemas.microsoft.com/office/drawing/2014/main" id="{5BF7C617-6AFB-49AD-B8FA-45E4EC363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450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uild="p" bldLvl="5" autoUpdateAnimBg="0"/>
      <p:bldP spid="24" grpId="0" build="p" autoUpdateAnimBg="0"/>
      <p:bldP spid="44" grpId="0" build="p" autoUpdateAnimBg="0"/>
      <p:bldP spid="63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61">
            <a:extLst>
              <a:ext uri="{FF2B5EF4-FFF2-40B4-BE49-F238E27FC236}">
                <a16:creationId xmlns:a16="http://schemas.microsoft.com/office/drawing/2014/main" id="{8677047D-F66D-3547-ADEC-76A0125B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bria"/>
                <a:ea typeface="隶书" panose="02010509060101010101" pitchFamily="49" charset="-122"/>
              </a:rPr>
              <a:t>Huffman</a:t>
            </a:r>
            <a:r>
              <a:rPr kumimoji="1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bria"/>
                <a:ea typeface="隶书" panose="02010509060101010101" pitchFamily="49" charset="-122"/>
              </a:rPr>
              <a:t>树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bria"/>
                <a:ea typeface="隶书" panose="02010509060101010101" pitchFamily="49" charset="-122"/>
              </a:rPr>
              <a:t>定义</a:t>
            </a:r>
            <a:r>
              <a:rPr lang="zh-CN" altLang="en-US" sz="3200" dirty="0">
                <a:latin typeface="Cambbria"/>
              </a:rPr>
              <a:t>（回顾）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5" name="内容占位符 64">
            <a:extLst>
              <a:ext uri="{FF2B5EF4-FFF2-40B4-BE49-F238E27FC236}">
                <a16:creationId xmlns:a16="http://schemas.microsoft.com/office/drawing/2014/main" id="{5143D8F2-B92F-1042-91BE-D4FCEBB2C9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517525" lvl="3" indent="-342900" fontAlgn="base">
              <a:spcAft>
                <a:spcPct val="0"/>
              </a:spcAft>
              <a:buFont typeface="Wingdings" pitchFamily="2" charset="2"/>
              <a:buChar char="p"/>
              <a:defRPr/>
            </a:pPr>
            <a:r>
              <a:rPr lang="zh-CN" altLang="en-US" sz="2400" dirty="0"/>
              <a:t>假定</a:t>
            </a:r>
            <a:r>
              <a:rPr lang="zh-CN" altLang="zh-CN" sz="2400" dirty="0"/>
              <a:t>有</a:t>
            </a:r>
            <a:r>
              <a:rPr lang="en-US" altLang="zh-CN" sz="2400" dirty="0"/>
              <a:t>n</a:t>
            </a:r>
            <a:r>
              <a:rPr lang="zh-CN" altLang="zh-CN" sz="2400" dirty="0"/>
              <a:t>个权值{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1</a:t>
            </a:r>
            <a:r>
              <a:rPr lang="en-US" altLang="zh-CN" sz="2400" dirty="0"/>
              <a:t>,</a:t>
            </a:r>
            <a:r>
              <a:rPr lang="en-US" altLang="zh-CN" sz="2400" i="1" dirty="0"/>
              <a:t>w</a:t>
            </a:r>
            <a:r>
              <a:rPr lang="en-US" altLang="zh-CN" sz="2400" i="1" baseline="-25000" dirty="0"/>
              <a:t>2</a:t>
            </a:r>
            <a:r>
              <a:rPr lang="en-US" altLang="zh-CN" sz="2400" dirty="0"/>
              <a:t>,…,</a:t>
            </a:r>
            <a:r>
              <a:rPr lang="en-US" altLang="zh-CN" sz="2400" i="1" dirty="0" err="1"/>
              <a:t>w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/>
              <a:t>}</a:t>
            </a:r>
            <a:r>
              <a:rPr lang="zh-CN" altLang="en-US" sz="2400" dirty="0"/>
              <a:t>已经给定。</a:t>
            </a:r>
            <a:endParaRPr lang="en-US" altLang="zh-CN" sz="2400" dirty="0"/>
          </a:p>
          <a:p>
            <a:pPr marL="517525" lvl="3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p"/>
              <a:defRPr/>
            </a:pPr>
            <a:r>
              <a:rPr lang="zh-CN" altLang="zh-CN" sz="2400" dirty="0"/>
              <a:t>构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造一棵有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n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个叶子结点的二叉树，</a:t>
            </a:r>
            <a:r>
              <a:rPr lang="zh-CN" altLang="en-US" sz="2400" noProof="0" dirty="0"/>
              <a:t>且</a:t>
            </a:r>
            <a:r>
              <a:rPr lang="en-US" altLang="zh-CN" sz="2400" noProof="0" dirty="0"/>
              <a:t>n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个叶子的权值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分别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w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effectLst/>
                <a:uLnTx/>
                <a:uFillTx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,…,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w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effectLst/>
                <a:uLnTx/>
                <a:uFillTx/>
              </a:rPr>
              <a:t>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。在所有这样的树中，带权路径长度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(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wpl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)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最小的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那一些树（可能不唯一）称作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Huffman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树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(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哈夫曼树）。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zh-CN" alt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EDCD4E1-F689-46F5-9BFD-40AD60F8D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945" y="1237682"/>
            <a:ext cx="8015591" cy="170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marL="174625" lvl="3" indent="0" fontAlgn="base">
              <a:spcAft>
                <a:spcPct val="0"/>
              </a:spcAft>
              <a:buNone/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Arial" panose="020B0604020202020204" pitchFamily="34" charset="0"/>
              <a:ea typeface="隶书" panose="02010509060101010101" pitchFamily="49" charset="-122"/>
              <a:cs typeface="+mn-cs"/>
            </a:endParaRPr>
          </a:p>
        </p:txBody>
      </p:sp>
      <p:grpSp>
        <p:nvGrpSpPr>
          <p:cNvPr id="3" name="Group 90">
            <a:extLst>
              <a:ext uri="{FF2B5EF4-FFF2-40B4-BE49-F238E27FC236}">
                <a16:creationId xmlns:a16="http://schemas.microsoft.com/office/drawing/2014/main" id="{FE47B94A-5983-42CA-B3DB-9FAD09FA7B7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219584" y="3448990"/>
            <a:ext cx="2393540" cy="1921643"/>
            <a:chOff x="3120" y="144"/>
            <a:chExt cx="1968" cy="1580"/>
          </a:xfrm>
        </p:grpSpPr>
        <p:grpSp>
          <p:nvGrpSpPr>
            <p:cNvPr id="4" name="Group 91">
              <a:extLst>
                <a:ext uri="{FF2B5EF4-FFF2-40B4-BE49-F238E27FC236}">
                  <a16:creationId xmlns:a16="http://schemas.microsoft.com/office/drawing/2014/main" id="{5AF6D9AD-2DA7-4DD3-8D37-A46980BBFD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44"/>
              <a:ext cx="1968" cy="1200"/>
              <a:chOff x="3120" y="144"/>
              <a:chExt cx="1968" cy="1200"/>
            </a:xfrm>
          </p:grpSpPr>
          <p:sp>
            <p:nvSpPr>
              <p:cNvPr id="9" name="Oval 92">
                <a:extLst>
                  <a:ext uri="{FF2B5EF4-FFF2-40B4-BE49-F238E27FC236}">
                    <a16:creationId xmlns:a16="http://schemas.microsoft.com/office/drawing/2014/main" id="{6EF263CC-A3BF-4565-96A3-50BF8A285B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4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Oval 93">
                <a:extLst>
                  <a:ext uri="{FF2B5EF4-FFF2-40B4-BE49-F238E27FC236}">
                    <a16:creationId xmlns:a16="http://schemas.microsoft.com/office/drawing/2014/main" id="{B7CFC029-EEFD-43D2-92DD-13E0E668A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57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Oval 94">
                <a:extLst>
                  <a:ext uri="{FF2B5EF4-FFF2-40B4-BE49-F238E27FC236}">
                    <a16:creationId xmlns:a16="http://schemas.microsoft.com/office/drawing/2014/main" id="{C160E3C1-5F8E-4D49-A13B-5BF50F945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Oval 95">
                <a:extLst>
                  <a:ext uri="{FF2B5EF4-FFF2-40B4-BE49-F238E27FC236}">
                    <a16:creationId xmlns:a16="http://schemas.microsoft.com/office/drawing/2014/main" id="{9EA3617C-5E12-4B89-98E8-46EEAD0AA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Oval 96">
                <a:extLst>
                  <a:ext uri="{FF2B5EF4-FFF2-40B4-BE49-F238E27FC236}">
                    <a16:creationId xmlns:a16="http://schemas.microsoft.com/office/drawing/2014/main" id="{1B32DCE3-5FC8-4995-95C4-CE60FFE48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57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Oval 97">
                <a:extLst>
                  <a:ext uri="{FF2B5EF4-FFF2-40B4-BE49-F238E27FC236}">
                    <a16:creationId xmlns:a16="http://schemas.microsoft.com/office/drawing/2014/main" id="{510B8B76-488D-4512-B74B-D1E608710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Oval 98">
                <a:extLst>
                  <a:ext uri="{FF2B5EF4-FFF2-40B4-BE49-F238E27FC236}">
                    <a16:creationId xmlns:a16="http://schemas.microsoft.com/office/drawing/2014/main" id="{31EF8FB4-C4EB-4000-8A93-44A5DE87E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110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16" name="AutoShape 99">
                <a:extLst>
                  <a:ext uri="{FF2B5EF4-FFF2-40B4-BE49-F238E27FC236}">
                    <a16:creationId xmlns:a16="http://schemas.microsoft.com/office/drawing/2014/main" id="{441A6F6C-378C-4606-9DA7-17DC469ED26E}"/>
                  </a:ext>
                </a:extLst>
              </p:cNvPr>
              <p:cNvCxnSpPr>
                <a:cxnSpLocks noChangeShapeType="1"/>
                <a:stCxn id="9" idx="3"/>
                <a:endCxn id="10" idx="7"/>
              </p:cNvCxnSpPr>
              <p:nvPr/>
            </p:nvCxnSpPr>
            <p:spPr bwMode="auto">
              <a:xfrm flipH="1">
                <a:off x="3709" y="355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AutoShape 100">
                <a:extLst>
                  <a:ext uri="{FF2B5EF4-FFF2-40B4-BE49-F238E27FC236}">
                    <a16:creationId xmlns:a16="http://schemas.microsoft.com/office/drawing/2014/main" id="{91F9F7C8-0071-4007-96D4-F5A744DEFE7D}"/>
                  </a:ext>
                </a:extLst>
              </p:cNvPr>
              <p:cNvCxnSpPr>
                <a:cxnSpLocks noChangeShapeType="1"/>
                <a:stCxn id="10" idx="3"/>
                <a:endCxn id="11" idx="0"/>
              </p:cNvCxnSpPr>
              <p:nvPr/>
            </p:nvCxnSpPr>
            <p:spPr bwMode="auto">
              <a:xfrm flipH="1">
                <a:off x="3240" y="787"/>
                <a:ext cx="299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" name="AutoShape 101">
                <a:extLst>
                  <a:ext uri="{FF2B5EF4-FFF2-40B4-BE49-F238E27FC236}">
                    <a16:creationId xmlns:a16="http://schemas.microsoft.com/office/drawing/2014/main" id="{98E9E5E9-6BD7-4FA9-9119-EDAF36DAA4EE}"/>
                  </a:ext>
                </a:extLst>
              </p:cNvPr>
              <p:cNvCxnSpPr>
                <a:cxnSpLocks noChangeShapeType="1"/>
                <a:stCxn id="10" idx="5"/>
                <a:endCxn id="12" idx="0"/>
              </p:cNvCxnSpPr>
              <p:nvPr/>
            </p:nvCxnSpPr>
            <p:spPr bwMode="auto">
              <a:xfrm>
                <a:off x="3709" y="787"/>
                <a:ext cx="203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AutoShape 102">
                <a:extLst>
                  <a:ext uri="{FF2B5EF4-FFF2-40B4-BE49-F238E27FC236}">
                    <a16:creationId xmlns:a16="http://schemas.microsoft.com/office/drawing/2014/main" id="{DFC6F458-428B-4529-98C7-3D07A69497B7}"/>
                  </a:ext>
                </a:extLst>
              </p:cNvPr>
              <p:cNvCxnSpPr>
                <a:cxnSpLocks noChangeShapeType="1"/>
                <a:stCxn id="9" idx="5"/>
                <a:endCxn id="13" idx="1"/>
              </p:cNvCxnSpPr>
              <p:nvPr/>
            </p:nvCxnSpPr>
            <p:spPr bwMode="auto">
              <a:xfrm>
                <a:off x="4189" y="355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AutoShape 103">
                <a:extLst>
                  <a:ext uri="{FF2B5EF4-FFF2-40B4-BE49-F238E27FC236}">
                    <a16:creationId xmlns:a16="http://schemas.microsoft.com/office/drawing/2014/main" id="{C36CA6C0-D843-4259-835E-32C7BB0A2A09}"/>
                  </a:ext>
                </a:extLst>
              </p:cNvPr>
              <p:cNvCxnSpPr>
                <a:cxnSpLocks noChangeShapeType="1"/>
                <a:stCxn id="13" idx="3"/>
                <a:endCxn id="14" idx="0"/>
              </p:cNvCxnSpPr>
              <p:nvPr/>
            </p:nvCxnSpPr>
            <p:spPr bwMode="auto">
              <a:xfrm flipH="1">
                <a:off x="4248" y="787"/>
                <a:ext cx="251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AutoShape 104">
                <a:extLst>
                  <a:ext uri="{FF2B5EF4-FFF2-40B4-BE49-F238E27FC236}">
                    <a16:creationId xmlns:a16="http://schemas.microsoft.com/office/drawing/2014/main" id="{A8EA4E48-3E7C-42EF-8744-7D4CAD1B6847}"/>
                  </a:ext>
                </a:extLst>
              </p:cNvPr>
              <p:cNvCxnSpPr>
                <a:cxnSpLocks noChangeShapeType="1"/>
                <a:stCxn id="13" idx="5"/>
                <a:endCxn id="15" idx="0"/>
              </p:cNvCxnSpPr>
              <p:nvPr/>
            </p:nvCxnSpPr>
            <p:spPr bwMode="auto">
              <a:xfrm>
                <a:off x="4669" y="787"/>
                <a:ext cx="299" cy="311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5" name="Text Box 105">
              <a:extLst>
                <a:ext uri="{FF2B5EF4-FFF2-40B4-BE49-F238E27FC236}">
                  <a16:creationId xmlns:a16="http://schemas.microsoft.com/office/drawing/2014/main" id="{AB8F4F8B-79CF-4EA0-8317-598F30677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6" name="Text Box 106">
              <a:extLst>
                <a:ext uri="{FF2B5EF4-FFF2-40B4-BE49-F238E27FC236}">
                  <a16:creationId xmlns:a16="http://schemas.microsoft.com/office/drawing/2014/main" id="{17CAA4D3-F57F-4883-8B80-0C2AA5785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7" name="Text Box 107">
              <a:extLst>
                <a:ext uri="{FF2B5EF4-FFF2-40B4-BE49-F238E27FC236}">
                  <a16:creationId xmlns:a16="http://schemas.microsoft.com/office/drawing/2014/main" id="{95032476-4A9F-4A99-997C-65919B3EB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8" name="Text Box 108">
              <a:extLst>
                <a:ext uri="{FF2B5EF4-FFF2-40B4-BE49-F238E27FC236}">
                  <a16:creationId xmlns:a16="http://schemas.microsoft.com/office/drawing/2014/main" id="{6AF46923-F78A-4A69-A6E0-0000224C9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344"/>
              <a:ext cx="240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</p:grpSp>
      <p:sp>
        <p:nvSpPr>
          <p:cNvPr id="22" name="Text Box 109">
            <a:extLst>
              <a:ext uri="{FF2B5EF4-FFF2-40B4-BE49-F238E27FC236}">
                <a16:creationId xmlns:a16="http://schemas.microsoft.com/office/drawing/2014/main" id="{F5DB177F-7AE5-4DE8-844C-0AE820B8B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087" y="5495854"/>
            <a:ext cx="27629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lvl="0" algn="ctr" eaLnBrk="0" fontAlgn="base" hangingPunct="0"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wpl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=36</a:t>
            </a:r>
          </a:p>
        </p:txBody>
      </p:sp>
      <p:grpSp>
        <p:nvGrpSpPr>
          <p:cNvPr id="23" name="Group 110">
            <a:extLst>
              <a:ext uri="{FF2B5EF4-FFF2-40B4-BE49-F238E27FC236}">
                <a16:creationId xmlns:a16="http://schemas.microsoft.com/office/drawing/2014/main" id="{85A28940-BC7B-4FEC-99A4-E0391B95004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2221" y="3200329"/>
            <a:ext cx="2060975" cy="2295525"/>
            <a:chOff x="376" y="1776"/>
            <a:chExt cx="1731" cy="1928"/>
          </a:xfrm>
        </p:grpSpPr>
        <p:grpSp>
          <p:nvGrpSpPr>
            <p:cNvPr id="24" name="Group 111">
              <a:extLst>
                <a:ext uri="{FF2B5EF4-FFF2-40B4-BE49-F238E27FC236}">
                  <a16:creationId xmlns:a16="http://schemas.microsoft.com/office/drawing/2014/main" id="{8069FF8A-3AC6-42C6-96B6-0F9CC7F6C2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" y="1776"/>
              <a:ext cx="1731" cy="1614"/>
              <a:chOff x="376" y="1776"/>
              <a:chExt cx="1731" cy="1614"/>
            </a:xfrm>
          </p:grpSpPr>
          <p:sp>
            <p:nvSpPr>
              <p:cNvPr id="27" name="Oval 112">
                <a:extLst>
                  <a:ext uri="{FF2B5EF4-FFF2-40B4-BE49-F238E27FC236}">
                    <a16:creationId xmlns:a16="http://schemas.microsoft.com/office/drawing/2014/main" id="{8DDA113A-3F97-47D0-9DB3-7A56560C4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776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Oval 113">
                <a:extLst>
                  <a:ext uri="{FF2B5EF4-FFF2-40B4-BE49-F238E27FC236}">
                    <a16:creationId xmlns:a16="http://schemas.microsoft.com/office/drawing/2014/main" id="{8A2B841A-7AA7-441F-907B-7DF6ADFC8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208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Oval 114">
                <a:extLst>
                  <a:ext uri="{FF2B5EF4-FFF2-40B4-BE49-F238E27FC236}">
                    <a16:creationId xmlns:a16="http://schemas.microsoft.com/office/drawing/2014/main" id="{413A5F68-3FCB-4650-8154-7B640F17A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" y="2647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Oval 115">
                <a:extLst>
                  <a:ext uri="{FF2B5EF4-FFF2-40B4-BE49-F238E27FC236}">
                    <a16:creationId xmlns:a16="http://schemas.microsoft.com/office/drawing/2014/main" id="{8E81E646-98D0-45FC-97B7-3B1A32F88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2657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Oval 116">
                <a:extLst>
                  <a:ext uri="{FF2B5EF4-FFF2-40B4-BE49-F238E27FC236}">
                    <a16:creationId xmlns:a16="http://schemas.microsoft.com/office/drawing/2014/main" id="{6DE91959-0512-49F6-9621-519914DBC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208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2" name="AutoShape 117">
                <a:extLst>
                  <a:ext uri="{FF2B5EF4-FFF2-40B4-BE49-F238E27FC236}">
                    <a16:creationId xmlns:a16="http://schemas.microsoft.com/office/drawing/2014/main" id="{D137D85C-4DC4-4675-AD50-7C67C6E539B4}"/>
                  </a:ext>
                </a:extLst>
              </p:cNvPr>
              <p:cNvCxnSpPr>
                <a:cxnSpLocks noChangeShapeType="1"/>
                <a:stCxn id="27" idx="3"/>
                <a:endCxn id="28" idx="7"/>
              </p:cNvCxnSpPr>
              <p:nvPr/>
            </p:nvCxnSpPr>
            <p:spPr bwMode="auto">
              <a:xfrm flipH="1">
                <a:off x="1021" y="1987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3" name="AutoShape 118">
                <a:extLst>
                  <a:ext uri="{FF2B5EF4-FFF2-40B4-BE49-F238E27FC236}">
                    <a16:creationId xmlns:a16="http://schemas.microsoft.com/office/drawing/2014/main" id="{0F393B3B-AFA3-4451-8FF1-21FF45526928}"/>
                  </a:ext>
                </a:extLst>
              </p:cNvPr>
              <p:cNvCxnSpPr>
                <a:cxnSpLocks noChangeShapeType="1"/>
                <a:stCxn id="28" idx="3"/>
                <a:endCxn id="29" idx="0"/>
              </p:cNvCxnSpPr>
              <p:nvPr/>
            </p:nvCxnSpPr>
            <p:spPr bwMode="auto">
              <a:xfrm flipH="1">
                <a:off x="515" y="2413"/>
                <a:ext cx="336" cy="234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" name="AutoShape 119">
                <a:extLst>
                  <a:ext uri="{FF2B5EF4-FFF2-40B4-BE49-F238E27FC236}">
                    <a16:creationId xmlns:a16="http://schemas.microsoft.com/office/drawing/2014/main" id="{E53A05D0-C2DE-4925-8BB6-8E081FC3E16E}"/>
                  </a:ext>
                </a:extLst>
              </p:cNvPr>
              <p:cNvCxnSpPr>
                <a:cxnSpLocks noChangeShapeType="1"/>
                <a:stCxn id="28" idx="5"/>
                <a:endCxn id="30" idx="0"/>
              </p:cNvCxnSpPr>
              <p:nvPr/>
            </p:nvCxnSpPr>
            <p:spPr bwMode="auto">
              <a:xfrm>
                <a:off x="1021" y="2413"/>
                <a:ext cx="346" cy="244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AutoShape 120">
                <a:extLst>
                  <a:ext uri="{FF2B5EF4-FFF2-40B4-BE49-F238E27FC236}">
                    <a16:creationId xmlns:a16="http://schemas.microsoft.com/office/drawing/2014/main" id="{5617F01A-BA57-4AD7-99EF-E0F914CCD24C}"/>
                  </a:ext>
                </a:extLst>
              </p:cNvPr>
              <p:cNvCxnSpPr>
                <a:cxnSpLocks noChangeShapeType="1"/>
                <a:stCxn id="27" idx="5"/>
                <a:endCxn id="31" idx="1"/>
              </p:cNvCxnSpPr>
              <p:nvPr/>
            </p:nvCxnSpPr>
            <p:spPr bwMode="auto">
              <a:xfrm>
                <a:off x="1501" y="1987"/>
                <a:ext cx="310" cy="250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6" name="Oval 121">
                <a:extLst>
                  <a:ext uri="{FF2B5EF4-FFF2-40B4-BE49-F238E27FC236}">
                    <a16:creationId xmlns:a16="http://schemas.microsoft.com/office/drawing/2014/main" id="{E75A0D17-7E4C-42BF-940D-B6249BE06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150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7" name="AutoShape 122">
                <a:extLst>
                  <a:ext uri="{FF2B5EF4-FFF2-40B4-BE49-F238E27FC236}">
                    <a16:creationId xmlns:a16="http://schemas.microsoft.com/office/drawing/2014/main" id="{B746FF1C-F053-40E6-A249-9CECF26D6304}"/>
                  </a:ext>
                </a:extLst>
              </p:cNvPr>
              <p:cNvCxnSpPr>
                <a:cxnSpLocks noChangeShapeType="1"/>
                <a:stCxn id="30" idx="3"/>
                <a:endCxn id="36" idx="0"/>
              </p:cNvCxnSpPr>
              <p:nvPr/>
            </p:nvCxnSpPr>
            <p:spPr bwMode="auto">
              <a:xfrm flipH="1">
                <a:off x="1040" y="2862"/>
                <a:ext cx="242" cy="288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8" name="Oval 123">
                <a:extLst>
                  <a:ext uri="{FF2B5EF4-FFF2-40B4-BE49-F238E27FC236}">
                    <a16:creationId xmlns:a16="http://schemas.microsoft.com/office/drawing/2014/main" id="{B789A8F9-F119-4F73-A7F8-6D5410DA5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6" y="3147"/>
                <a:ext cx="240" cy="240"/>
              </a:xfrm>
              <a:prstGeom prst="ellipse">
                <a:avLst/>
              </a:prstGeom>
              <a:solidFill>
                <a:srgbClr val="FFCCFF"/>
              </a:solidFill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39" name="AutoShape 124">
                <a:extLst>
                  <a:ext uri="{FF2B5EF4-FFF2-40B4-BE49-F238E27FC236}">
                    <a16:creationId xmlns:a16="http://schemas.microsoft.com/office/drawing/2014/main" id="{0A0C4CDB-A93D-467F-8C47-B60B4C00A54A}"/>
                  </a:ext>
                </a:extLst>
              </p:cNvPr>
              <p:cNvCxnSpPr>
                <a:cxnSpLocks noChangeShapeType="1"/>
                <a:stCxn id="30" idx="5"/>
                <a:endCxn id="38" idx="0"/>
              </p:cNvCxnSpPr>
              <p:nvPr/>
            </p:nvCxnSpPr>
            <p:spPr bwMode="auto">
              <a:xfrm>
                <a:off x="1452" y="2862"/>
                <a:ext cx="194" cy="285"/>
              </a:xfrm>
              <a:prstGeom prst="straightConnector1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0" name="Text Box 125">
                <a:extLst>
                  <a:ext uri="{FF2B5EF4-FFF2-40B4-BE49-F238E27FC236}">
                    <a16:creationId xmlns:a16="http://schemas.microsoft.com/office/drawing/2014/main" id="{959ABEA1-C3E1-45C1-B7BD-90E1A65AC9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7" y="2336"/>
                <a:ext cx="240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41" name="Text Box 126">
                <a:extLst>
                  <a:ext uri="{FF2B5EF4-FFF2-40B4-BE49-F238E27FC236}">
                    <a16:creationId xmlns:a16="http://schemas.microsoft.com/office/drawing/2014/main" id="{85A34750-27EC-494A-94F6-AC7082CF40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" y="2907"/>
                <a:ext cx="240" cy="3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</p:grpSp>
        <p:sp>
          <p:nvSpPr>
            <p:cNvPr id="25" name="Text Box 127">
              <a:extLst>
                <a:ext uri="{FF2B5EF4-FFF2-40B4-BE49-F238E27FC236}">
                  <a16:creationId xmlns:a16="http://schemas.microsoft.com/office/drawing/2014/main" id="{187281D1-A2A2-464A-AE14-1FEB17793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6" y="3316"/>
              <a:ext cx="240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26" name="Text Box 128">
              <a:extLst>
                <a:ext uri="{FF2B5EF4-FFF2-40B4-BE49-F238E27FC236}">
                  <a16:creationId xmlns:a16="http://schemas.microsoft.com/office/drawing/2014/main" id="{9D14FA44-5732-4711-A4AE-F0EE34399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8" y="3286"/>
              <a:ext cx="240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</p:grpSp>
      <p:sp>
        <p:nvSpPr>
          <p:cNvPr id="42" name="Text Box 129">
            <a:extLst>
              <a:ext uri="{FF2B5EF4-FFF2-40B4-BE49-F238E27FC236}">
                <a16:creationId xmlns:a16="http://schemas.microsoft.com/office/drawing/2014/main" id="{D5720B2A-3BA9-42F4-8C51-E356B3188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78" y="5510486"/>
            <a:ext cx="26486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lvl="0" algn="ctr" eaLnBrk="0" fontAlgn="base" hangingPunct="0"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wpl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=46</a:t>
            </a:r>
          </a:p>
        </p:txBody>
      </p:sp>
      <p:grpSp>
        <p:nvGrpSpPr>
          <p:cNvPr id="43" name="Group 130">
            <a:extLst>
              <a:ext uri="{FF2B5EF4-FFF2-40B4-BE49-F238E27FC236}">
                <a16:creationId xmlns:a16="http://schemas.microsoft.com/office/drawing/2014/main" id="{C649A7AB-4714-41F4-879F-1110E123050A}"/>
              </a:ext>
            </a:extLst>
          </p:cNvPr>
          <p:cNvGrpSpPr>
            <a:grpSpLocks/>
          </p:cNvGrpSpPr>
          <p:nvPr/>
        </p:nvGrpSpPr>
        <p:grpSpPr bwMode="auto">
          <a:xfrm>
            <a:off x="6070714" y="3252694"/>
            <a:ext cx="2828058" cy="2223892"/>
            <a:chOff x="3008" y="1968"/>
            <a:chExt cx="2320" cy="1887"/>
          </a:xfrm>
        </p:grpSpPr>
        <p:sp>
          <p:nvSpPr>
            <p:cNvPr id="44" name="Oval 131">
              <a:extLst>
                <a:ext uri="{FF2B5EF4-FFF2-40B4-BE49-F238E27FC236}">
                  <a16:creationId xmlns:a16="http://schemas.microsoft.com/office/drawing/2014/main" id="{04521CD9-29EA-42A5-9940-6A4778665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968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Oval 132">
              <a:extLst>
                <a:ext uri="{FF2B5EF4-FFF2-40B4-BE49-F238E27FC236}">
                  <a16:creationId xmlns:a16="http://schemas.microsoft.com/office/drawing/2014/main" id="{28EC1D8C-21D6-467D-BDBB-D7151119F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400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Oval 133">
              <a:extLst>
                <a:ext uri="{FF2B5EF4-FFF2-40B4-BE49-F238E27FC236}">
                  <a16:creationId xmlns:a16="http://schemas.microsoft.com/office/drawing/2014/main" id="{CD4D7B25-88B5-41DA-9607-B84408B01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400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Oval 134">
              <a:extLst>
                <a:ext uri="{FF2B5EF4-FFF2-40B4-BE49-F238E27FC236}">
                  <a16:creationId xmlns:a16="http://schemas.microsoft.com/office/drawing/2014/main" id="{4A15320D-27A5-4BE1-9EAE-6D33D7F8B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" y="2837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Oval 135">
              <a:extLst>
                <a:ext uri="{FF2B5EF4-FFF2-40B4-BE49-F238E27FC236}">
                  <a16:creationId xmlns:a16="http://schemas.microsoft.com/office/drawing/2014/main" id="{1D44EA76-A011-495E-A233-3ACAAC636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" y="2854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9" name="AutoShape 136">
              <a:extLst>
                <a:ext uri="{FF2B5EF4-FFF2-40B4-BE49-F238E27FC236}">
                  <a16:creationId xmlns:a16="http://schemas.microsoft.com/office/drawing/2014/main" id="{4C6E26AD-FC8A-4F8E-9C72-C51FDC03B5D9}"/>
                </a:ext>
              </a:extLst>
            </p:cNvPr>
            <p:cNvCxnSpPr>
              <a:cxnSpLocks noChangeShapeType="1"/>
              <a:stCxn id="44" idx="3"/>
              <a:endCxn id="45" idx="7"/>
            </p:cNvCxnSpPr>
            <p:nvPr/>
          </p:nvCxnSpPr>
          <p:spPr bwMode="auto">
            <a:xfrm flipH="1">
              <a:off x="3325" y="2179"/>
              <a:ext cx="310" cy="250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137">
              <a:extLst>
                <a:ext uri="{FF2B5EF4-FFF2-40B4-BE49-F238E27FC236}">
                  <a16:creationId xmlns:a16="http://schemas.microsoft.com/office/drawing/2014/main" id="{63789725-E0AC-4AA2-937B-7EE400840E4E}"/>
                </a:ext>
              </a:extLst>
            </p:cNvPr>
            <p:cNvCxnSpPr>
              <a:cxnSpLocks noChangeShapeType="1"/>
              <a:stCxn id="44" idx="5"/>
              <a:endCxn id="46" idx="1"/>
            </p:cNvCxnSpPr>
            <p:nvPr/>
          </p:nvCxnSpPr>
          <p:spPr bwMode="auto">
            <a:xfrm>
              <a:off x="3805" y="2179"/>
              <a:ext cx="310" cy="250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AutoShape 138">
              <a:extLst>
                <a:ext uri="{FF2B5EF4-FFF2-40B4-BE49-F238E27FC236}">
                  <a16:creationId xmlns:a16="http://schemas.microsoft.com/office/drawing/2014/main" id="{91B7FAD7-AE7A-40F2-A24A-7D0BF7EE94B9}"/>
                </a:ext>
              </a:extLst>
            </p:cNvPr>
            <p:cNvCxnSpPr>
              <a:cxnSpLocks noChangeShapeType="1"/>
              <a:stCxn id="46" idx="3"/>
              <a:endCxn id="47" idx="0"/>
            </p:cNvCxnSpPr>
            <p:nvPr/>
          </p:nvCxnSpPr>
          <p:spPr bwMode="auto">
            <a:xfrm flipH="1">
              <a:off x="3777" y="2605"/>
              <a:ext cx="338" cy="232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AutoShape 139">
              <a:extLst>
                <a:ext uri="{FF2B5EF4-FFF2-40B4-BE49-F238E27FC236}">
                  <a16:creationId xmlns:a16="http://schemas.microsoft.com/office/drawing/2014/main" id="{A5DDB822-8A58-42B1-B284-9EA48CA209F1}"/>
                </a:ext>
              </a:extLst>
            </p:cNvPr>
            <p:cNvCxnSpPr>
              <a:cxnSpLocks noChangeShapeType="1"/>
              <a:stCxn id="46" idx="5"/>
              <a:endCxn id="48" idx="0"/>
            </p:cNvCxnSpPr>
            <p:nvPr/>
          </p:nvCxnSpPr>
          <p:spPr bwMode="auto">
            <a:xfrm>
              <a:off x="4285" y="2605"/>
              <a:ext cx="360" cy="249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3" name="Oval 140">
              <a:extLst>
                <a:ext uri="{FF2B5EF4-FFF2-40B4-BE49-F238E27FC236}">
                  <a16:creationId xmlns:a16="http://schemas.microsoft.com/office/drawing/2014/main" id="{1A8B376A-1CE8-473B-A046-10723C6AF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" y="3377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4" name="AutoShape 141">
              <a:extLst>
                <a:ext uri="{FF2B5EF4-FFF2-40B4-BE49-F238E27FC236}">
                  <a16:creationId xmlns:a16="http://schemas.microsoft.com/office/drawing/2014/main" id="{6DEA8456-4FE6-40EE-B793-7F0FBD314D44}"/>
                </a:ext>
              </a:extLst>
            </p:cNvPr>
            <p:cNvCxnSpPr>
              <a:cxnSpLocks noChangeShapeType="1"/>
              <a:stCxn id="48" idx="3"/>
              <a:endCxn id="53" idx="0"/>
            </p:cNvCxnSpPr>
            <p:nvPr/>
          </p:nvCxnSpPr>
          <p:spPr bwMode="auto">
            <a:xfrm flipH="1">
              <a:off x="4275" y="3059"/>
              <a:ext cx="285" cy="318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" name="Oval 142">
              <a:extLst>
                <a:ext uri="{FF2B5EF4-FFF2-40B4-BE49-F238E27FC236}">
                  <a16:creationId xmlns:a16="http://schemas.microsoft.com/office/drawing/2014/main" id="{17401A41-03A8-4594-855C-4511AC41B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6" y="3382"/>
              <a:ext cx="240" cy="240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6" name="AutoShape 143">
              <a:extLst>
                <a:ext uri="{FF2B5EF4-FFF2-40B4-BE49-F238E27FC236}">
                  <a16:creationId xmlns:a16="http://schemas.microsoft.com/office/drawing/2014/main" id="{EC716B26-B9E0-43EB-BA68-9A6E500C80A9}"/>
                </a:ext>
              </a:extLst>
            </p:cNvPr>
            <p:cNvCxnSpPr>
              <a:cxnSpLocks noChangeShapeType="1"/>
              <a:stCxn id="48" idx="5"/>
              <a:endCxn id="55" idx="0"/>
            </p:cNvCxnSpPr>
            <p:nvPr/>
          </p:nvCxnSpPr>
          <p:spPr bwMode="auto">
            <a:xfrm>
              <a:off x="4730" y="3059"/>
              <a:ext cx="316" cy="323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Text Box 144">
              <a:extLst>
                <a:ext uri="{FF2B5EF4-FFF2-40B4-BE49-F238E27FC236}">
                  <a16:creationId xmlns:a16="http://schemas.microsoft.com/office/drawing/2014/main" id="{95AEAE24-E446-4C93-BF69-A6C10C3D8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8" y="2573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</a:p>
          </p:txBody>
        </p:sp>
        <p:sp>
          <p:nvSpPr>
            <p:cNvPr id="58" name="Text Box 145">
              <a:extLst>
                <a:ext uri="{FF2B5EF4-FFF2-40B4-BE49-F238E27FC236}">
                  <a16:creationId xmlns:a16="http://schemas.microsoft.com/office/drawing/2014/main" id="{B110D945-346D-4E3D-A662-AF208E784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3016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59" name="Text Box 146">
              <a:extLst>
                <a:ext uri="{FF2B5EF4-FFF2-40B4-BE49-F238E27FC236}">
                  <a16:creationId xmlns:a16="http://schemas.microsoft.com/office/drawing/2014/main" id="{5926C038-3D7E-4345-AB71-1370F76D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8" y="3463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60" name="Text Box 147">
              <a:extLst>
                <a:ext uri="{FF2B5EF4-FFF2-40B4-BE49-F238E27FC236}">
                  <a16:creationId xmlns:a16="http://schemas.microsoft.com/office/drawing/2014/main" id="{FFB5B4CC-F50B-4D6B-86BB-E695C3FE9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450"/>
              <a:ext cx="240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</p:grpSp>
      <p:sp>
        <p:nvSpPr>
          <p:cNvPr id="61" name="Text Box 148">
            <a:extLst>
              <a:ext uri="{FF2B5EF4-FFF2-40B4-BE49-F238E27FC236}">
                <a16:creationId xmlns:a16="http://schemas.microsoft.com/office/drawing/2014/main" id="{E0AAD819-335F-4068-A85E-2060B24B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781" y="5495854"/>
            <a:ext cx="29536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§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6699FF"/>
              </a:buClr>
              <a:buFont typeface="Wingdings" panose="05000000000000000000" pitchFamily="2" charset="2"/>
              <a:buChar char="«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9pPr>
          </a:lstStyle>
          <a:p>
            <a:pPr lvl="0" algn="ctr" eaLnBrk="0" fontAlgn="base" hangingPunct="0">
              <a:spcBef>
                <a:spcPct val="50000"/>
              </a:spcBef>
              <a:spcAft>
                <a:spcPct val="0"/>
              </a:spcAft>
              <a:buNone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wpl</a:t>
            </a: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=35</a:t>
            </a:r>
          </a:p>
        </p:txBody>
      </p:sp>
      <p:sp>
        <p:nvSpPr>
          <p:cNvPr id="64" name="笑脸 63">
            <a:extLst>
              <a:ext uri="{FF2B5EF4-FFF2-40B4-BE49-F238E27FC236}">
                <a16:creationId xmlns:a16="http://schemas.microsoft.com/office/drawing/2014/main" id="{88B25344-8371-4A66-B570-F4DD6CBCFF7F}"/>
              </a:ext>
            </a:extLst>
          </p:cNvPr>
          <p:cNvSpPr/>
          <p:nvPr/>
        </p:nvSpPr>
        <p:spPr bwMode="auto">
          <a:xfrm>
            <a:off x="7239726" y="6022658"/>
            <a:ext cx="607057" cy="572597"/>
          </a:xfrm>
          <a:prstGeom prst="smileyFac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Hans-HK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974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4" autoUpdateAnimBg="0"/>
      <p:bldP spid="22" grpId="0" build="p" autoUpdateAnimBg="0"/>
      <p:bldP spid="42" grpId="0" build="p" autoUpdateAnimBg="0"/>
      <p:bldP spid="61" grpId="0" build="p" autoUpdateAnimBg="0"/>
      <p:bldP spid="6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F85C3-2364-4361-80FA-266C9247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Cambbria"/>
              </a:rPr>
              <a:t>构造</a:t>
            </a:r>
            <a:r>
              <a:rPr lang="en-US" altLang="zh-CN" sz="4000" dirty="0">
                <a:latin typeface="Cambbria"/>
              </a:rPr>
              <a:t>Huffman</a:t>
            </a:r>
            <a:r>
              <a:rPr lang="zh-CN" altLang="zh-CN" sz="4000" dirty="0">
                <a:latin typeface="Cambbria"/>
              </a:rPr>
              <a:t>树的</a:t>
            </a:r>
            <a:r>
              <a:rPr lang="zh-CN" altLang="en-US" sz="4000" dirty="0">
                <a:latin typeface="Cambbria"/>
              </a:rPr>
              <a:t>算</a:t>
            </a:r>
            <a:r>
              <a:rPr lang="zh-CN" altLang="zh-CN" sz="4000" dirty="0">
                <a:latin typeface="Cambbria"/>
              </a:rPr>
              <a:t>法</a:t>
            </a:r>
            <a:r>
              <a:rPr lang="zh-CN" altLang="en-US" sz="4000" dirty="0">
                <a:latin typeface="Cambbria"/>
              </a:rPr>
              <a:t>描述（回顾）</a:t>
            </a:r>
            <a:endParaRPr lang="zh-Hans-HK" altLang="en-US" sz="4000" dirty="0">
              <a:latin typeface="Cambbria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242151D7-2C71-40D0-806C-4003B97EF6E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pPr lvl="1" eaLnBrk="1" hangingPunct="1"/>
            <a:r>
              <a:rPr lang="zh-CN" altLang="en-US" dirty="0"/>
              <a:t>首先，根据给定的</a:t>
            </a:r>
            <a:r>
              <a:rPr lang="zh-CN" altLang="zh-CN" dirty="0"/>
              <a:t>权值{</a:t>
            </a:r>
            <a:r>
              <a:rPr lang="en-US" altLang="zh-CN" i="1" dirty="0">
                <a:solidFill>
                  <a:srgbClr val="002060"/>
                </a:solidFill>
              </a:rPr>
              <a:t>w</a:t>
            </a:r>
            <a:r>
              <a:rPr lang="en-US" altLang="zh-CN" i="1" baseline="-25000" dirty="0">
                <a:solidFill>
                  <a:srgbClr val="002060"/>
                </a:solidFill>
              </a:rPr>
              <a:t>1</a:t>
            </a:r>
            <a:r>
              <a:rPr lang="en-US" altLang="zh-CN" dirty="0"/>
              <a:t>,…,</a:t>
            </a:r>
            <a:r>
              <a:rPr lang="en-US" altLang="zh-CN" i="1" dirty="0" err="1">
                <a:solidFill>
                  <a:srgbClr val="002060"/>
                </a:solidFill>
              </a:rPr>
              <a:t>w</a:t>
            </a:r>
            <a:r>
              <a:rPr lang="en-US" altLang="zh-CN" i="1" baseline="-25000" dirty="0" err="1">
                <a:solidFill>
                  <a:srgbClr val="002060"/>
                </a:solidFill>
              </a:rPr>
              <a:t>n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zh-CN" altLang="zh-CN" dirty="0"/>
              <a:t>构造</a:t>
            </a:r>
            <a:r>
              <a:rPr lang="en-US" altLang="zh-CN" dirty="0">
                <a:solidFill>
                  <a:srgbClr val="00B050"/>
                </a:solidFill>
              </a:rPr>
              <a:t>n</a:t>
            </a:r>
            <a:r>
              <a:rPr lang="zh-CN" altLang="zh-CN" dirty="0"/>
              <a:t>棵只有根结点的二叉树</a:t>
            </a:r>
            <a:r>
              <a:rPr lang="zh-CN" altLang="en-US" dirty="0"/>
              <a:t>：其中第</a:t>
            </a:r>
            <a:r>
              <a:rPr lang="en-US" altLang="zh-CN" dirty="0">
                <a:solidFill>
                  <a:srgbClr val="00B050"/>
                </a:solidFill>
              </a:rPr>
              <a:t>j</a:t>
            </a:r>
            <a:r>
              <a:rPr lang="zh-CN" altLang="en-US" dirty="0"/>
              <a:t>棵的</a:t>
            </a:r>
            <a:r>
              <a:rPr lang="zh-CN" altLang="zh-CN" dirty="0"/>
              <a:t>权值</a:t>
            </a:r>
            <a:r>
              <a:rPr lang="zh-CN" altLang="en-US" dirty="0"/>
              <a:t>设置</a:t>
            </a:r>
            <a:r>
              <a:rPr lang="zh-CN" altLang="zh-CN" dirty="0"/>
              <a:t>为</a:t>
            </a:r>
            <a:r>
              <a:rPr lang="en-US" altLang="zh-CN" i="1" dirty="0" err="1">
                <a:solidFill>
                  <a:srgbClr val="002060"/>
                </a:solidFill>
              </a:rPr>
              <a:t>w</a:t>
            </a:r>
            <a:r>
              <a:rPr lang="en-US" altLang="zh-CN" i="1" baseline="-25000" dirty="0" err="1">
                <a:solidFill>
                  <a:srgbClr val="002060"/>
                </a:solidFill>
              </a:rPr>
              <a:t>j</a:t>
            </a:r>
            <a:endParaRPr lang="en-US" altLang="zh-CN" i="1" baseline="-25000" dirty="0">
              <a:solidFill>
                <a:srgbClr val="002060"/>
              </a:solidFill>
            </a:endParaRPr>
          </a:p>
          <a:p>
            <a:pPr lvl="1" eaLnBrk="1" hangingPunct="1"/>
            <a:r>
              <a:rPr lang="zh-CN" altLang="zh-CN" dirty="0"/>
              <a:t>在森林中选取两棵权值最小的树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 err="1">
                <a:solidFill>
                  <a:srgbClr val="00B050"/>
                </a:solidFill>
              </a:rPr>
              <a:t>,T</a:t>
            </a:r>
            <a:r>
              <a:rPr lang="en-US" altLang="zh-CN" baseline="-25000" dirty="0" err="1">
                <a:solidFill>
                  <a:srgbClr val="00B050"/>
                </a:solidFill>
              </a:rPr>
              <a:t>k</a:t>
            </a:r>
            <a:r>
              <a:rPr lang="zh-CN" altLang="en-US" dirty="0"/>
              <a:t>。以它们</a:t>
            </a:r>
            <a:r>
              <a:rPr lang="zh-CN" altLang="zh-CN" dirty="0"/>
              <a:t>作子树构造一棵新的二叉树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i</a:t>
            </a:r>
            <a:r>
              <a:rPr lang="zh-CN" altLang="zh-CN" dirty="0"/>
              <a:t>，置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i</a:t>
            </a:r>
            <a:r>
              <a:rPr lang="zh-CN" altLang="zh-CN" dirty="0"/>
              <a:t>权值为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 err="1">
                <a:solidFill>
                  <a:srgbClr val="00B050"/>
                </a:solidFill>
              </a:rPr>
              <a:t>,T</a:t>
            </a:r>
            <a:r>
              <a:rPr lang="en-US" altLang="zh-CN" baseline="-25000" dirty="0" err="1">
                <a:solidFill>
                  <a:srgbClr val="00B050"/>
                </a:solidFill>
              </a:rPr>
              <a:t>k</a:t>
            </a:r>
            <a:r>
              <a:rPr lang="zh-CN" altLang="en-US" dirty="0"/>
              <a:t>的</a:t>
            </a:r>
            <a:r>
              <a:rPr lang="zh-CN" altLang="zh-CN" dirty="0"/>
              <a:t>权值之</a:t>
            </a:r>
            <a:r>
              <a:rPr lang="zh-CN" altLang="zh-CN" dirty="0">
                <a:solidFill>
                  <a:srgbClr val="9933FF"/>
                </a:solidFill>
              </a:rPr>
              <a:t>和</a:t>
            </a:r>
            <a:r>
              <a:rPr lang="zh-CN" altLang="en-US" dirty="0"/>
              <a:t>。</a:t>
            </a:r>
            <a:r>
              <a:rPr lang="zh-CN" altLang="zh-CN" dirty="0"/>
              <a:t>在森林中删除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 err="1">
                <a:solidFill>
                  <a:srgbClr val="00B050"/>
                </a:solidFill>
              </a:rPr>
              <a:t>,T</a:t>
            </a:r>
            <a:r>
              <a:rPr lang="en-US" altLang="zh-CN" baseline="-25000" dirty="0" err="1">
                <a:solidFill>
                  <a:srgbClr val="00B050"/>
                </a:solidFill>
              </a:rPr>
              <a:t>k</a:t>
            </a:r>
            <a:r>
              <a:rPr lang="zh-CN" altLang="en-US" dirty="0"/>
              <a:t>并加入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i</a:t>
            </a:r>
            <a:r>
              <a:rPr lang="zh-CN" altLang="en-US" dirty="0"/>
              <a:t>。</a:t>
            </a:r>
            <a:endParaRPr lang="zh-CN" altLang="zh-CN" dirty="0"/>
          </a:p>
          <a:p>
            <a:pPr lvl="1" eaLnBrk="1" hangingPunct="1"/>
            <a:r>
              <a:rPr lang="zh-CN" altLang="zh-CN" dirty="0"/>
              <a:t>重复直到只含一棵树为止，这棵树即哈夫曼树</a:t>
            </a:r>
            <a:r>
              <a:rPr lang="zh-CN" altLang="en-US" dirty="0"/>
              <a:t>。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92BE8A9-3B55-491D-8039-DD000AAEE221}"/>
              </a:ext>
            </a:extLst>
          </p:cNvPr>
          <p:cNvGrpSpPr/>
          <p:nvPr/>
        </p:nvGrpSpPr>
        <p:grpSpPr>
          <a:xfrm>
            <a:off x="2771818" y="4559666"/>
            <a:ext cx="1667947" cy="1776046"/>
            <a:chOff x="2771818" y="4559666"/>
            <a:chExt cx="1667947" cy="1776046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7F519B5-896D-498A-9BC0-455B78AFE025}"/>
                </a:ext>
              </a:extLst>
            </p:cNvPr>
            <p:cNvGrpSpPr/>
            <p:nvPr/>
          </p:nvGrpSpPr>
          <p:grpSpPr>
            <a:xfrm>
              <a:off x="2830505" y="5001797"/>
              <a:ext cx="1556246" cy="846138"/>
              <a:chOff x="2688284" y="2812807"/>
              <a:chExt cx="1556246" cy="846138"/>
            </a:xfrm>
          </p:grpSpPr>
          <p:sp>
            <p:nvSpPr>
              <p:cNvPr id="10" name="Oval 18">
                <a:extLst>
                  <a:ext uri="{FF2B5EF4-FFF2-40B4-BE49-F238E27FC236}">
                    <a16:creationId xmlns:a16="http://schemas.microsoft.com/office/drawing/2014/main" id="{E901A989-1929-4018-8A7E-F2BE568149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284" y="2812807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7</a:t>
                </a:r>
              </a:p>
            </p:txBody>
          </p:sp>
          <p:sp>
            <p:nvSpPr>
              <p:cNvPr id="11" name="Oval 21">
                <a:extLst>
                  <a:ext uri="{FF2B5EF4-FFF2-40B4-BE49-F238E27FC236}">
                    <a16:creationId xmlns:a16="http://schemas.microsoft.com/office/drawing/2014/main" id="{8C20478E-026A-44BB-83F4-E0673B835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8836" y="2830270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</a:p>
            </p:txBody>
          </p:sp>
          <p:sp>
            <p:nvSpPr>
              <p:cNvPr id="12" name="Oval 25">
                <a:extLst>
                  <a:ext uri="{FF2B5EF4-FFF2-40B4-BE49-F238E27FC236}">
                    <a16:creationId xmlns:a16="http://schemas.microsoft.com/office/drawing/2014/main" id="{59E0C089-1DA9-4310-8E45-8B11BA683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9979" y="3376369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13" name="Oval 28">
                <a:extLst>
                  <a:ext uri="{FF2B5EF4-FFF2-40B4-BE49-F238E27FC236}">
                    <a16:creationId xmlns:a16="http://schemas.microsoft.com/office/drawing/2014/main" id="{656157E5-D49E-42BB-A6A7-F8FBF27E2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9417" y="3376370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4" name="Oval 31">
                <a:extLst>
                  <a:ext uri="{FF2B5EF4-FFF2-40B4-BE49-F238E27FC236}">
                    <a16:creationId xmlns:a16="http://schemas.microsoft.com/office/drawing/2014/main" id="{65D38118-F310-4AC9-BEE6-AE6B3278D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0017" y="2847732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1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Line 33">
                <a:extLst>
                  <a:ext uri="{FF2B5EF4-FFF2-40B4-BE49-F238E27FC236}">
                    <a16:creationId xmlns:a16="http://schemas.microsoft.com/office/drawing/2014/main" id="{3B507B75-C990-4181-A15A-A31F46017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2229" y="3117607"/>
                <a:ext cx="158750" cy="3000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Line 34">
                <a:extLst>
                  <a:ext uri="{FF2B5EF4-FFF2-40B4-BE49-F238E27FC236}">
                    <a16:creationId xmlns:a16="http://schemas.microsoft.com/office/drawing/2014/main" id="{235359BD-B143-405B-9875-E57D7C568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8292" y="3117607"/>
                <a:ext cx="177800" cy="282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C6ABC46-ED3E-4FB8-AE82-8AE608278B62}"/>
                </a:ext>
              </a:extLst>
            </p:cNvPr>
            <p:cNvSpPr/>
            <p:nvPr/>
          </p:nvSpPr>
          <p:spPr bwMode="auto">
            <a:xfrm>
              <a:off x="2771818" y="4559666"/>
              <a:ext cx="1667947" cy="177604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Hans-HK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921A683-B8C9-4E83-9EC2-9F4FD4BF6AC8}"/>
              </a:ext>
            </a:extLst>
          </p:cNvPr>
          <p:cNvGrpSpPr/>
          <p:nvPr/>
        </p:nvGrpSpPr>
        <p:grpSpPr>
          <a:xfrm>
            <a:off x="4880839" y="4559666"/>
            <a:ext cx="1667947" cy="1776046"/>
            <a:chOff x="4880839" y="4559666"/>
            <a:chExt cx="1667947" cy="177604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7CB93E6-4981-4137-A91A-E9F4523392A2}"/>
                </a:ext>
              </a:extLst>
            </p:cNvPr>
            <p:cNvGrpSpPr/>
            <p:nvPr/>
          </p:nvGrpSpPr>
          <p:grpSpPr>
            <a:xfrm>
              <a:off x="4963700" y="4753952"/>
              <a:ext cx="1467822" cy="1346203"/>
              <a:chOff x="5093245" y="2442918"/>
              <a:chExt cx="1467822" cy="1346203"/>
            </a:xfrm>
          </p:grpSpPr>
          <p:sp>
            <p:nvSpPr>
              <p:cNvPr id="18" name="Oval 37">
                <a:extLst>
                  <a:ext uri="{FF2B5EF4-FFF2-40B4-BE49-F238E27FC236}">
                    <a16:creationId xmlns:a16="http://schemas.microsoft.com/office/drawing/2014/main" id="{495C3DE5-5A4D-452A-9D87-619ABFBD91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3245" y="2449268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7</a:t>
                </a:r>
              </a:p>
            </p:txBody>
          </p:sp>
          <p:sp>
            <p:nvSpPr>
              <p:cNvPr id="19" name="Oval 41">
                <a:extLst>
                  <a:ext uri="{FF2B5EF4-FFF2-40B4-BE49-F238E27FC236}">
                    <a16:creationId xmlns:a16="http://schemas.microsoft.com/office/drawing/2014/main" id="{53E0E859-4BCE-4283-B04A-913452207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9971" y="2995368"/>
                <a:ext cx="28022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</a:p>
            </p:txBody>
          </p:sp>
          <p:sp>
            <p:nvSpPr>
              <p:cNvPr id="20" name="Oval 45">
                <a:extLst>
                  <a:ext uri="{FF2B5EF4-FFF2-40B4-BE49-F238E27FC236}">
                    <a16:creationId xmlns:a16="http://schemas.microsoft.com/office/drawing/2014/main" id="{D4F5CFC2-37D2-461F-8508-67A1582C7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6516" y="3506546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21" name="Oval 48">
                <a:extLst>
                  <a:ext uri="{FF2B5EF4-FFF2-40B4-BE49-F238E27FC236}">
                    <a16:creationId xmlns:a16="http://schemas.microsoft.com/office/drawing/2014/main" id="{5F24FA68-2FDF-43E7-9BBA-0C687783C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5954" y="3506546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22" name="Oval 51">
                <a:extLst>
                  <a:ext uri="{FF2B5EF4-FFF2-40B4-BE49-F238E27FC236}">
                    <a16:creationId xmlns:a16="http://schemas.microsoft.com/office/drawing/2014/main" id="{9E9DCD67-65C1-441E-BA82-AF9CBA95D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6554" y="2977908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1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Line 53">
                <a:extLst>
                  <a:ext uri="{FF2B5EF4-FFF2-40B4-BE49-F238E27FC236}">
                    <a16:creationId xmlns:a16="http://schemas.microsoft.com/office/drawing/2014/main" id="{6188FF62-C721-4625-BE13-2A5181878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38766" y="3247783"/>
                <a:ext cx="158750" cy="3000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Line 54">
                <a:extLst>
                  <a:ext uri="{FF2B5EF4-FFF2-40B4-BE49-F238E27FC236}">
                    <a16:creationId xmlns:a16="http://schemas.microsoft.com/office/drawing/2014/main" id="{B5EA990C-59DD-46B0-9E5D-4B3DB14CC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84829" y="3247783"/>
                <a:ext cx="177800" cy="2825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Oval 56">
                <a:extLst>
                  <a:ext uri="{FF2B5EF4-FFF2-40B4-BE49-F238E27FC236}">
                    <a16:creationId xmlns:a16="http://schemas.microsoft.com/office/drawing/2014/main" id="{A174F630-B576-42C1-8EDD-7F960A3FC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0680" y="2442918"/>
                <a:ext cx="280349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11</a:t>
                </a:r>
                <a:endParaRPr kumimoji="1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Line 58">
                <a:extLst>
                  <a:ext uri="{FF2B5EF4-FFF2-40B4-BE49-F238E27FC236}">
                    <a16:creationId xmlns:a16="http://schemas.microsoft.com/office/drawing/2014/main" id="{CA420143-8B36-4592-80B4-948F838B8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26030" y="2708031"/>
                <a:ext cx="141288" cy="317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Line 59">
                <a:extLst>
                  <a:ext uri="{FF2B5EF4-FFF2-40B4-BE49-F238E27FC236}">
                    <a16:creationId xmlns:a16="http://schemas.microsoft.com/office/drawing/2014/main" id="{FD09DB4A-CADB-4483-AC6B-0EAEDDFF4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8605" y="2708031"/>
                <a:ext cx="158750" cy="317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62D5B82-9B88-4A7E-AC6E-0EA0FE481EED}"/>
                </a:ext>
              </a:extLst>
            </p:cNvPr>
            <p:cNvSpPr/>
            <p:nvPr/>
          </p:nvSpPr>
          <p:spPr bwMode="auto">
            <a:xfrm>
              <a:off x="4880839" y="4559666"/>
              <a:ext cx="1667947" cy="177604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Hans-HK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E738938-26FD-48A6-87A1-E8E4A2C84EB9}"/>
              </a:ext>
            </a:extLst>
          </p:cNvPr>
          <p:cNvGrpSpPr/>
          <p:nvPr/>
        </p:nvGrpSpPr>
        <p:grpSpPr>
          <a:xfrm>
            <a:off x="7035275" y="4559666"/>
            <a:ext cx="1667947" cy="1776046"/>
            <a:chOff x="7035275" y="4559666"/>
            <a:chExt cx="1667947" cy="1776046"/>
          </a:xfrm>
        </p:grpSpPr>
        <p:grpSp>
          <p:nvGrpSpPr>
            <p:cNvPr id="28" name="Group 60">
              <a:extLst>
                <a:ext uri="{FF2B5EF4-FFF2-40B4-BE49-F238E27FC236}">
                  <a16:creationId xmlns:a16="http://schemas.microsoft.com/office/drawing/2014/main" id="{58688BCA-87E4-499A-9C7E-AD6E5528E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4075" y="4606892"/>
              <a:ext cx="1470345" cy="1699445"/>
              <a:chOff x="3478" y="1673"/>
              <a:chExt cx="984" cy="1181"/>
            </a:xfrm>
          </p:grpSpPr>
          <p:sp>
            <p:nvSpPr>
              <p:cNvPr id="29" name="Oval 62">
                <a:extLst>
                  <a:ext uri="{FF2B5EF4-FFF2-40B4-BE49-F238E27FC236}">
                    <a16:creationId xmlns:a16="http://schemas.microsoft.com/office/drawing/2014/main" id="{7BC499A2-A893-4A5E-B163-20A1D49A19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8" y="2010"/>
                <a:ext cx="167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7</a:t>
                </a:r>
              </a:p>
            </p:txBody>
          </p:sp>
          <p:grpSp>
            <p:nvGrpSpPr>
              <p:cNvPr id="30" name="Group 64">
                <a:extLst>
                  <a:ext uri="{FF2B5EF4-FFF2-40B4-BE49-F238E27FC236}">
                    <a16:creationId xmlns:a16="http://schemas.microsoft.com/office/drawing/2014/main" id="{DAA09E08-40D5-4EFA-8279-7A13C22F20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2" y="2006"/>
                <a:ext cx="740" cy="848"/>
                <a:chOff x="1649" y="2844"/>
                <a:chExt cx="740" cy="848"/>
              </a:xfrm>
            </p:grpSpPr>
            <p:sp>
              <p:nvSpPr>
                <p:cNvPr id="34" name="Oval 66">
                  <a:extLst>
                    <a:ext uri="{FF2B5EF4-FFF2-40B4-BE49-F238E27FC236}">
                      <a16:creationId xmlns:a16="http://schemas.microsoft.com/office/drawing/2014/main" id="{4EBF927E-5E86-46E7-B1C9-475D25E426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9" y="3192"/>
                  <a:ext cx="177" cy="17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CFDC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6699FF"/>
                    </a:buClr>
                    <a:buFont typeface="Wingdings" panose="05000000000000000000" pitchFamily="2" charset="2"/>
                    <a:buChar char="«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v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9900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3">
                          <a:lumMod val="50000"/>
                        </a:schemeClr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5</a:t>
                  </a:r>
                </a:p>
              </p:txBody>
            </p:sp>
            <p:grpSp>
              <p:nvGrpSpPr>
                <p:cNvPr id="35" name="Group 68">
                  <a:extLst>
                    <a:ext uri="{FF2B5EF4-FFF2-40B4-BE49-F238E27FC236}">
                      <a16:creationId xmlns:a16="http://schemas.microsoft.com/office/drawing/2014/main" id="{30C76725-423D-421A-969B-735A3D6338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7" y="3181"/>
                  <a:ext cx="532" cy="511"/>
                  <a:chOff x="1627" y="1663"/>
                  <a:chExt cx="532" cy="511"/>
                </a:xfrm>
              </p:grpSpPr>
              <p:sp>
                <p:nvSpPr>
                  <p:cNvPr id="39" name="Oval 70">
                    <a:extLst>
                      <a:ext uri="{FF2B5EF4-FFF2-40B4-BE49-F238E27FC236}">
                        <a16:creationId xmlns:a16="http://schemas.microsoft.com/office/drawing/2014/main" id="{BF5F7046-147E-4663-9E5D-7B42751788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27" y="1996"/>
                    <a:ext cx="167" cy="1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CFDC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§"/>
                      <a:defRPr kumimoji="1"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6699FF"/>
                      </a:buClr>
                      <a:buFont typeface="Wingdings" panose="05000000000000000000" pitchFamily="2" charset="2"/>
                      <a:buChar char="«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v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9900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</a:p>
                </p:txBody>
              </p:sp>
              <p:sp>
                <p:nvSpPr>
                  <p:cNvPr id="40" name="Oval 73">
                    <a:extLst>
                      <a:ext uri="{FF2B5EF4-FFF2-40B4-BE49-F238E27FC236}">
                        <a16:creationId xmlns:a16="http://schemas.microsoft.com/office/drawing/2014/main" id="{D88B239A-0E9F-40C8-B8A3-80495A0C98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92" y="1996"/>
                    <a:ext cx="167" cy="1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CFDC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§"/>
                      <a:defRPr kumimoji="1"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6699FF"/>
                      </a:buClr>
                      <a:buFont typeface="Wingdings" panose="05000000000000000000" pitchFamily="2" charset="2"/>
                      <a:buChar char="«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v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9900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</a:p>
                </p:txBody>
              </p:sp>
              <p:sp>
                <p:nvSpPr>
                  <p:cNvPr id="41" name="Oval 76">
                    <a:extLst>
                      <a:ext uri="{FF2B5EF4-FFF2-40B4-BE49-F238E27FC236}">
                        <a16:creationId xmlns:a16="http://schemas.microsoft.com/office/drawing/2014/main" id="{3BBFE8C0-6816-4E0F-A6F3-A06092B68E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1663"/>
                    <a:ext cx="167" cy="1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CFDC6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§"/>
                      <a:defRPr kumimoji="1"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6699FF"/>
                      </a:buClr>
                      <a:buFont typeface="Wingdings" panose="05000000000000000000" pitchFamily="2" charset="2"/>
                      <a:buChar char="«"/>
                      <a:defRPr kumimoji="1"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v"/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9900"/>
                      </a:buClr>
                      <a:buFont typeface="Wingdings" panose="05000000000000000000" pitchFamily="2" charset="2"/>
                      <a:buChar char="l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2"/>
                      </a:buClr>
                      <a:buFont typeface="Wingdings" panose="05000000000000000000" pitchFamily="2" charset="2"/>
                      <a:buChar char="u"/>
                      <a:defRPr kumimoji="1"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隶书" panose="02010509060101010101" pitchFamily="49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1" lang="zh-CN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3">
                          <a:lumMod val="50000"/>
                        </a:schemeClr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2" name="Line 78">
                    <a:extLst>
                      <a:ext uri="{FF2B5EF4-FFF2-40B4-BE49-F238E27FC236}">
                        <a16:creationId xmlns:a16="http://schemas.microsoft.com/office/drawing/2014/main" id="{7F295DF3-5796-4839-9F36-18D48C92F6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67" y="1833"/>
                    <a:ext cx="100" cy="18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accent3">
                          <a:lumMod val="50000"/>
                        </a:schemeClr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3" name="Line 79">
                    <a:extLst>
                      <a:ext uri="{FF2B5EF4-FFF2-40B4-BE49-F238E27FC236}">
                        <a16:creationId xmlns:a16="http://schemas.microsoft.com/office/drawing/2014/main" id="{DF22FC0B-4335-4C09-9FCC-9280118F26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922" y="1833"/>
                    <a:ext cx="112" cy="17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chemeClr val="bg2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accent3">
                          <a:lumMod val="50000"/>
                        </a:schemeClr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36" name="Oval 81">
                  <a:extLst>
                    <a:ext uri="{FF2B5EF4-FFF2-40B4-BE49-F238E27FC236}">
                      <a16:creationId xmlns:a16="http://schemas.microsoft.com/office/drawing/2014/main" id="{BB33636D-A8E3-467D-84D2-FA45FEB06E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4" y="2844"/>
                  <a:ext cx="177" cy="17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CFDC6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§"/>
                    <a:defRPr kumimoji="1"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6699FF"/>
                    </a:buClr>
                    <a:buFont typeface="Wingdings" panose="05000000000000000000" pitchFamily="2" charset="2"/>
                    <a:buChar char="«"/>
                    <a:defRPr kumimoji="1"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v"/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9900"/>
                    </a:buClr>
                    <a:buFont typeface="Wingdings" panose="05000000000000000000" pitchFamily="2" charset="2"/>
                    <a:buChar char="l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Wingdings" panose="05000000000000000000" pitchFamily="2" charset="2"/>
                    <a:buChar char="u"/>
                    <a:defRPr kumimoji="1"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隶书" panose="02010509060101010101" pitchFamily="49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3">
                          <a:lumMod val="50000"/>
                        </a:schemeClr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11</a:t>
                  </a:r>
                  <a:endParaRPr kumimoji="1" lang="zh-CN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Line 83">
                  <a:extLst>
                    <a:ext uri="{FF2B5EF4-FFF2-40B4-BE49-F238E27FC236}">
                      <a16:creationId xmlns:a16="http://schemas.microsoft.com/office/drawing/2014/main" id="{6FC62252-7BC9-4CE2-A80B-1EC6C31B28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800" y="3011"/>
                  <a:ext cx="89" cy="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Line 84">
                  <a:extLst>
                    <a:ext uri="{FF2B5EF4-FFF2-40B4-BE49-F238E27FC236}">
                      <a16:creationId xmlns:a16="http://schemas.microsoft.com/office/drawing/2014/main" id="{1695E938-4875-4B45-BFA9-D2D7CC8851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78" y="3011"/>
                  <a:ext cx="100" cy="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chemeClr val="bg2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31" name="Oval 86">
                <a:extLst>
                  <a:ext uri="{FF2B5EF4-FFF2-40B4-BE49-F238E27FC236}">
                    <a16:creationId xmlns:a16="http://schemas.microsoft.com/office/drawing/2014/main" id="{6B419D0E-5AA5-4DBD-80F8-C3580AB38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7" y="1673"/>
                <a:ext cx="167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18</a:t>
                </a:r>
                <a:endParaRPr kumimoji="1" lang="zh-CN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Line 88">
                <a:extLst>
                  <a:ext uri="{FF2B5EF4-FFF2-40B4-BE49-F238E27FC236}">
                    <a16:creationId xmlns:a16="http://schemas.microsoft.com/office/drawing/2014/main" id="{5C189F43-9AC6-4F4B-AF16-20B9987A6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3" y="1822"/>
                <a:ext cx="111" cy="2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Line 89">
                <a:extLst>
                  <a:ext uri="{FF2B5EF4-FFF2-40B4-BE49-F238E27FC236}">
                    <a16:creationId xmlns:a16="http://schemas.microsoft.com/office/drawing/2014/main" id="{9E88439B-FA8D-413C-A9D4-61D39A8AA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2" y="1844"/>
                <a:ext cx="122" cy="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350B0823-F313-49F2-9435-C5641A46DB2A}"/>
                </a:ext>
              </a:extLst>
            </p:cNvPr>
            <p:cNvSpPr/>
            <p:nvPr/>
          </p:nvSpPr>
          <p:spPr bwMode="auto">
            <a:xfrm>
              <a:off x="7035275" y="4559666"/>
              <a:ext cx="1667947" cy="177604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Hans-HK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F701EF4-6E84-4B4C-BADE-599A112E7B04}"/>
              </a:ext>
            </a:extLst>
          </p:cNvPr>
          <p:cNvGrpSpPr/>
          <p:nvPr/>
        </p:nvGrpSpPr>
        <p:grpSpPr>
          <a:xfrm>
            <a:off x="731838" y="4559666"/>
            <a:ext cx="1667947" cy="1776046"/>
            <a:chOff x="731838" y="4559666"/>
            <a:chExt cx="1667947" cy="1776046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A7B19C4-1F49-411C-89FD-91516DBDEF87}"/>
                </a:ext>
              </a:extLst>
            </p:cNvPr>
            <p:cNvGrpSpPr/>
            <p:nvPr/>
          </p:nvGrpSpPr>
          <p:grpSpPr>
            <a:xfrm>
              <a:off x="819883" y="5315328"/>
              <a:ext cx="1495672" cy="282575"/>
              <a:chOff x="1622426" y="1093788"/>
              <a:chExt cx="1495672" cy="282575"/>
            </a:xfrm>
          </p:grpSpPr>
          <p:sp>
            <p:nvSpPr>
              <p:cNvPr id="5" name="Oval 5">
                <a:extLst>
                  <a:ext uri="{FF2B5EF4-FFF2-40B4-BE49-F238E27FC236}">
                    <a16:creationId xmlns:a16="http://schemas.microsoft.com/office/drawing/2014/main" id="{092AB618-EF6D-4C4B-98FD-9CEFC0A73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2426" y="1093788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E67B28F1-7F61-4BEE-BC0C-7611AA29A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9164" y="1093788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0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Oval 11">
                <a:extLst>
                  <a:ext uri="{FF2B5EF4-FFF2-40B4-BE49-F238E27FC236}">
                    <a16:creationId xmlns:a16="http://schemas.microsoft.com/office/drawing/2014/main" id="{45A32A01-C7CB-45A4-9543-63C8CFEDB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3491" y="1093788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  <p:sp>
            <p:nvSpPr>
              <p:cNvPr id="8" name="Oval 14">
                <a:extLst>
                  <a:ext uri="{FF2B5EF4-FFF2-40B4-BE49-F238E27FC236}">
                    <a16:creationId xmlns:a16="http://schemas.microsoft.com/office/drawing/2014/main" id="{B6D1D700-1245-4C77-8780-F74C79805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2985" y="1093788"/>
                <a:ext cx="265113" cy="28257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CFDC6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§"/>
                  <a:defRPr kumimoji="1" sz="32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6699FF"/>
                  </a:buClr>
                  <a:buFont typeface="Wingdings" panose="05000000000000000000" pitchFamily="2" charset="2"/>
                  <a:buChar char="«"/>
                  <a:defRPr kumimoji="1" sz="28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9900"/>
                  </a:buClr>
                  <a:buFont typeface="Wingdings" panose="05000000000000000000" pitchFamily="2" charset="2"/>
                  <a:buChar char="l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u"/>
                  <a:defRPr kumimoji="1" sz="2000">
                    <a:solidFill>
                      <a:schemeClr val="tx1"/>
                    </a:solidFill>
                    <a:latin typeface="Arial" panose="020B0604020202020204" pitchFamily="34" charset="0"/>
                    <a:ea typeface="隶书" panose="02010509060101010101" pitchFamily="49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</p:grp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793E556-7D56-45F8-A408-D14A1730A323}"/>
                </a:ext>
              </a:extLst>
            </p:cNvPr>
            <p:cNvSpPr/>
            <p:nvPr/>
          </p:nvSpPr>
          <p:spPr bwMode="auto">
            <a:xfrm>
              <a:off x="731838" y="4559666"/>
              <a:ext cx="1667947" cy="177604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Hans-HK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build="p" bldLvl="5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817B06F-E2B0-B341-80F1-3B80D5ED2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Q&amp;A</a:t>
            </a:r>
            <a:endParaRPr lang="zh-CN" altLang="en-US" sz="40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078D179F-832A-D14A-9AF3-C6F80F721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office:</a:t>
            </a:r>
            <a:r>
              <a:rPr lang="zh-CN" altLang="en-US" sz="2400" dirty="0"/>
              <a:t>深圳校区工学园</a:t>
            </a:r>
            <a:r>
              <a:rPr lang="en-US" altLang="zh-CN" sz="2400" dirty="0"/>
              <a:t>1-202 </a:t>
            </a:r>
          </a:p>
          <a:p>
            <a:r>
              <a:rPr lang="en-US" altLang="zh-CN" sz="2400" dirty="0"/>
              <a:t>wangjb33@mail.sysu.edu.cn</a:t>
            </a:r>
            <a:endParaRPr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4C891B-C1F0-3F41-93D6-7544A6F47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E20D-8408-6842-9C4E-91A48B99822E}" type="slidenum">
              <a:rPr kumimoji="1" lang="zh-CN" altLang="en-US" smtClean="0"/>
              <a:pPr/>
              <a:t>35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981232"/>
      </p:ext>
    </p:extLst>
  </p:cSld>
  <p:clrMapOvr>
    <a:masterClrMapping/>
  </p:clrMapOvr>
  <p:transition>
    <p:strips dir="rd"/>
  </p:transition>
</p:sld>
</file>

<file path=ppt/theme/theme1.xml><?xml version="1.0" encoding="utf-8"?>
<a:theme xmlns:a="http://schemas.openxmlformats.org/drawingml/2006/main" name="机器学习v2.1rgb">
  <a:themeElements>
    <a:clrScheme name="机器学习">
      <a:dk1>
        <a:sysClr val="windowText" lastClr="000000"/>
      </a:dk1>
      <a:lt1>
        <a:sysClr val="window" lastClr="FFFFFF"/>
      </a:lt1>
      <a:dk2>
        <a:srgbClr val="16754D"/>
      </a:dk2>
      <a:lt2>
        <a:srgbClr val="FFFFFF"/>
      </a:lt2>
      <a:accent1>
        <a:srgbClr val="16754D"/>
      </a:accent1>
      <a:accent2>
        <a:srgbClr val="329E6E"/>
      </a:accent2>
      <a:accent3>
        <a:srgbClr val="FFC000"/>
      </a:accent3>
      <a:accent4>
        <a:srgbClr val="C00000"/>
      </a:accent4>
      <a:accent5>
        <a:srgbClr val="0070C0"/>
      </a:accent5>
      <a:accent6>
        <a:srgbClr val="002060"/>
      </a:accent6>
      <a:hlink>
        <a:srgbClr val="80C000"/>
      </a:hlink>
      <a:folHlink>
        <a:srgbClr val="CC66FF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4448</TotalTime>
  <Words>4248</Words>
  <Application>Microsoft Macintosh PowerPoint</Application>
  <PresentationFormat>全屏显示(4:3)</PresentationFormat>
  <Paragraphs>560</Paragraphs>
  <Slides>35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黑体</vt:lpstr>
      <vt:lpstr>KaiTi</vt:lpstr>
      <vt:lpstr>隶书</vt:lpstr>
      <vt:lpstr>Cambbria</vt:lpstr>
      <vt:lpstr>Kaiti SC</vt:lpstr>
      <vt:lpstr>Arial</vt:lpstr>
      <vt:lpstr>Calibri</vt:lpstr>
      <vt:lpstr>Cambria Math</vt:lpstr>
      <vt:lpstr>Corbel</vt:lpstr>
      <vt:lpstr>Times New Roman</vt:lpstr>
      <vt:lpstr>Verdana</vt:lpstr>
      <vt:lpstr>Wingdings</vt:lpstr>
      <vt:lpstr>机器学习v2.1rgb</vt:lpstr>
      <vt:lpstr>算法设计常用思想</vt:lpstr>
      <vt:lpstr>动态规划算法思想</vt:lpstr>
      <vt:lpstr>动态规划算法应用举例1</vt:lpstr>
      <vt:lpstr>动态规划算法应用举例1(cont.)</vt:lpstr>
      <vt:lpstr>动态规划算法应用举例1(cont.)</vt:lpstr>
      <vt:lpstr>动态规划算法应用举例1(cont.)</vt:lpstr>
      <vt:lpstr>动态规划算法应用举例1 (extend)</vt:lpstr>
      <vt:lpstr>动态规划算法应用举例2</vt:lpstr>
      <vt:lpstr>动态规划算法应用举例2(cont.)</vt:lpstr>
      <vt:lpstr>动态规划算法应用举例2(cont.)</vt:lpstr>
      <vt:lpstr>动态规划算法应用举例2(cont.)</vt:lpstr>
      <vt:lpstr>原问题和DP解决的问题有区别</vt:lpstr>
      <vt:lpstr>动态规划算法应用举例3</vt:lpstr>
      <vt:lpstr>动态规划算法应用举例3(cont.)</vt:lpstr>
      <vt:lpstr>动态规划算法应用举例3(cont.)</vt:lpstr>
      <vt:lpstr>动态规划算法应用举例3(cont.)</vt:lpstr>
      <vt:lpstr>动态规划算法应用举例3(cont.)</vt:lpstr>
      <vt:lpstr>递归与DP的区别</vt:lpstr>
      <vt:lpstr>动态规划算法的总结</vt:lpstr>
      <vt:lpstr>贪心算法</vt:lpstr>
      <vt:lpstr>贪心算法思想</vt:lpstr>
      <vt:lpstr>贪心算法举例1</vt:lpstr>
      <vt:lpstr>贪心算法举例1 (continue)</vt:lpstr>
      <vt:lpstr>贪心算法举例2</vt:lpstr>
      <vt:lpstr>贪心算法举例2 (continue)</vt:lpstr>
      <vt:lpstr>贪心算法举例2 (continue)</vt:lpstr>
      <vt:lpstr>Exchange Argument 的更多例子</vt:lpstr>
      <vt:lpstr>Exchange Argument 的更多例子</vt:lpstr>
      <vt:lpstr>例3. 排队接水</vt:lpstr>
      <vt:lpstr> 例4. 石子合并</vt:lpstr>
      <vt:lpstr>贪心算法更多例子（回顾与预告）</vt:lpstr>
      <vt:lpstr>哈夫曼树（回顾）</vt:lpstr>
      <vt:lpstr>Huffman树定义（回顾）</vt:lpstr>
      <vt:lpstr>构造Huffman树的算法描述（回顾）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堆与并查集</dc:title>
  <dc:creator>w49</dc:creator>
  <cp:lastModifiedBy>Wang Junbo</cp:lastModifiedBy>
  <cp:revision>68</cp:revision>
  <dcterms:created xsi:type="dcterms:W3CDTF">2021-05-22T17:28:05Z</dcterms:created>
  <dcterms:modified xsi:type="dcterms:W3CDTF">2023-11-07T08:29:47Z</dcterms:modified>
</cp:coreProperties>
</file>